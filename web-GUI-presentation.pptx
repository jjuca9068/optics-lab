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2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  <p:sldId id="260" r:id="rId12"/>
    <p:sldId id="261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53" autoAdjust="0"/>
    <p:restoredTop sz="94641" autoAdjust="0"/>
  </p:normalViewPr>
  <p:slideViewPr>
    <p:cSldViewPr snapToGrid="0">
      <p:cViewPr>
        <p:scale>
          <a:sx n="51" d="100"/>
          <a:sy n="51" d="100"/>
        </p:scale>
        <p:origin x="2270" y="6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39:46.6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3341 1473 24575,'59'1'0,"66"-3"0,-124 2 0,0 1 0,1-1 0,-1 0 0,0-1 0,1 1 0,-1 0 0,0 0 0,1 0 0,-1-1 0,0 1 0,1-1 0,-1 1 0,0-1 0,0 1 0,0-1 0,0 0 0,1 0 0,-1 1 0,0-1 0,0 0 0,0 0 0,0 0 0,-1 0 0,1 0 0,0 0 0,0-1 0,-1 1 0,1 0 0,0 0 0,-1 0 0,1-1 0,-1 1 0,0 0 0,1-1 0,-1 1 0,0 0 0,0-1 0,0 1 0,0-3 0,-1 1 0,0-1 0,0 1 0,0 0 0,0-1 0,-1 1 0,1 0 0,-1 0 0,0 0 0,0 0 0,0 0 0,0 1 0,0-1 0,-1 1 0,-4-4 0,-16-10 0,-1 1 0,0 1 0,-1 1 0,-1 2 0,-30-11 0,21 9 0,-71-40 0,-2 0 0,98 49 0,-21-8 0,-31-17 0,52 22 0,1 0 0,-1 0 0,2-1 0,-14-15 0,6 7 0,16 16 0,0-1 0,-1 1 0,1 0 0,0 0 0,-1 0 0,1 0 0,0-1 0,0 1 0,-1 0 0,1 0 0,0-1 0,0 1 0,-1 0 0,1 0 0,0-1 0,0 1 0,0 0 0,0-1 0,0 1 0,-1 0 0,1 0 0,0-1 0,0 1 0,0 0 0,0-1 0,0 1 0,0 0 0,0-1 0,0 1 0,0 0 0,0-1 0,0 1 0,0 0 0,0-1 0,0 1 0,0 0 0,1-1 0,-1 1 0,0 0 0,0-1 0,16-1 0,21 10 0,152 64 0,-176-67 0,15 5 0,0-2 0,0 0 0,1-2 0,0-1 0,52 2 0,-52-7 0,0 0 0,52 9 0,-81-8 0,1-1 0,-1 0 0,0 0 0,1 1 0,-1-1 0,1 0 0,-1 0 0,0 0 0,1 0 0,-1 0 0,1 1 0,-1-1 0,0 0 0,1 0 0,-1 0 0,1 0 0,-1 0 0,0 0 0,1 0 0,-1 0 0,1 0 0,-1-1 0,0 1 0,1 0 0,-1 0 0,1 0 0,-1 0 0,0-1 0,1 1 0,-1 0 0,0 0 0,1-1 0,-1 1 0,0 0 0,1 0 0,-1-1 0,0 1 0,1-1 0,-13-13 0,-33-19 0,42 31 0,-34-21 0,25 17 0,1-1 0,0-1 0,0 0 0,0 0 0,1-1 0,-12-13 0,8 4 0,9 12 0,0 1 0,1-1 0,0 0 0,0 0 0,0 0 0,-5-13 0,-3-12 0,-1 0 0,-2 1 0,-2 0 0,0 2 0,-2 0 0,-42-49 0,36 46 0,22 26 0,-1-1 0,1 1 0,-1 1 0,-1-1 0,1 1 0,-1-1 0,0 1 0,1 0 0,-2 1 0,-6-5 0,-123-61 0,98 48 0,1-1 0,-35-30 0,-202-169 0,230 181 0,30 27 0,1 1 0,-27-20 0,-158-107 0,196 139 0,1-1 0,-1 1 0,1-1 0,-1 0 0,1 1 0,-1 0 0,1-1 0,-1 1 0,0-1 0,1 1 0,-1 0 0,0-1 0,1 1 0,-1 0 0,0 0 0,0-1 0,1 1 0,-1 0 0,0 0 0,0 0 0,1 0 0,-1 0 0,-1 0 0,5 15 0,19 21 0,57 83 0,111 225 0,-74-140 0,-73-133 0,18 24 0,-36-58 0,-1 1 0,32 67 0,-31-51 0,11 27 0,-33-74 0,-1 1 0,1 1 0,-2-1 0,1 0 0,-1 0 0,-1 0 0,1 1 0,-2 8 0,1-16 0,0-1 0,0 0 0,0 1 0,0-1 0,0 0 0,0 1 0,0-1 0,0 0 0,0 1 0,0-1 0,0 1 0,0-1 0,0 0 0,-1 1 0,1-1 0,0 0 0,0 0 0,0 1 0,-1-1 0,1 0 0,0 1 0,0-1 0,-1 0 0,1 0 0,0 1 0,0-1 0,-1 0 0,1 0 0,0 0 0,-1 0 0,1 1 0,0-1 0,-1 0 0,1 0 0,-1 0 0,1 0 0,0 0 0,-1 0 0,-16-9 0,-18-25 0,31 28 0,-88-103 0,65 75 0,-1 1 0,-1 1 0,-58-49 0,-134-111 0,22 17 0,112 103 0,-66-49 0,147 118 0,1-1 0,-1 1 0,0 0 0,0 1 0,-10-4 0,15 6 0,1 0 0,-1-1 0,0 1 0,0 0 0,1 0 0,-1 0 0,0 0 0,0 0 0,0 0 0,1 0 0,-1 0 0,0 0 0,0 0 0,1 1 0,-1-1 0,0 0 0,0 0 0,1 1 0,-1-1 0,0 1 0,-1 0 0,2 0 0,-1 0 0,1 0 0,0 0 0,-1 0 0,1 0 0,0 0 0,0 0 0,0 1 0,0-1 0,0 0 0,0 0 0,0 0 0,0 0 0,0 0 0,0 0 0,1 0 0,-1 0 0,0 1 0,1-1 0,-1 0 0,1 1 0,6 14 0,1 1 0,1-1 0,0 0 0,1-1 0,19 23 0,70 69 0,-91-99 0,199 198 0,364 401 0,-511-535 0,82 111 0,-135-169 0,-22-24 0,-25-31 0,-59-76 0,41 46 0,-578-603 0,437 462 0,185 196 0,5 8 0,1 0 0,0-1 0,1 0 0,0 0 0,-7-12 0,12 10 0,13 21 0,13 18 0,29 43 0,163 213 0,20-17 0,-198-226 0,-19-21 0,0 0 0,1-1 0,1 0 0,28 18 0,-48-36 0,0-1 0,0 1 0,0-1 0,0 1 0,0-1 0,0 1 0,1-1 0,-1 0 0,0 1 0,0-1 0,0 0 0,0 0 0,0 0 0,0 0 0,1 0 0,0 0 0,-1 0 0,-1-1 0,1 1 0,-1 0 0,1 0 0,-1-1 0,1 1 0,-1 0 0,1-1 0,-1 1 0,0-1 0,1 1 0,-1-1 0,0 1 0,1-1 0,-1 1 0,0-1 0,1 1 0,-1-1 0,0 1 0,0-1 0,0 1 0,1-2 0,-1-1 0,0-1 0,0 1 0,0-1 0,0 0 0,0 1 0,-1 0 0,0-1 0,1 1 0,-3-5 0,-6-16 0,-2 1 0,0 1 0,-1 0 0,-22-28 0,-70-79 0,50 66 0,-378-387 0,313 335 0,83 75 0,27 29 0,0 0 0,-1 1 0,0 0 0,-1 1 0,-22-16 0,33 25 0,0 0 0,0 0 0,0 0 0,0 0 0,-1 0 0,1 0 0,0 0 0,0 0 0,0 0 0,0 0 0,0 0 0,0 0 0,0 0 0,0 0 0,-1 0 0,1 0 0,0 0 0,0 0 0,0 0 0,0 0 0,0 0 0,0 0 0,0 0 0,0 0 0,0 0 0,-1 0 0,1 0 0,0 0 0,0 0 0,0 1 0,0-1 0,0 0 0,0 0 0,0 0 0,0 0 0,0 0 0,0 0 0,0 0 0,0 0 0,0 0 0,0 0 0,0 1 0,0-1 0,0 0 0,0 0 0,0 0 0,0 0 0,0 0 0,0 0 0,0 0 0,0 0 0,0 1 0,0-1 0,0 0 0,0 0 0,0 0 0,0 0 0,0 0 0,0 0 0,0 0 0,3 13 0,8 15 0,35 53 0,82 108 0,-51-80 0,343 527 0,-390-595 0,-91-119 0,-254-229 0,-25 22 0,36 32 0,224 184 0,7 8 0,-74-80 0,142 135 0,0 0 0,1 0 0,0 0 0,-5-9 0,9 14 0,-1 1 0,1-1 0,-1 1 0,1-1 0,0 0 0,-1 1 0,1-1 0,0 0 0,-1 1 0,1-1 0,0 0 0,0 1 0,0-1 0,-1 0 0,1 1 0,0-1 0,0 0 0,0 0 0,0 1 0,0-1 0,1 0 0,-1 1 0,0-1 0,0 0 0,0 1 0,1-1 0,-1 0 0,0 1 0,1-1 0,-1 0 0,0 1 0,1-1 0,-1 1 0,1-1 0,-1 1 0,1-1 0,-1 1 0,1-1 0,-1 1 0,1-1 0,0 1 0,-1 0 0,1-1 0,-1 1 0,1 0 0,0 0 0,-1-1 0,1 1 0,0 0 0,0 0 0,-1 0 0,1 0 0,0 0 0,-1 0 0,1 0 0,0 0 0,0 0 0,-1 0 0,2 1 0,11 1 0,0 1 0,-1 0 0,1 1 0,-1 0 0,0 1 0,19 10 0,14 6 0,560 190 0,10-37 0,-605-172 0,38 12 0,52 14 0,1-4 0,105 10 0,-202-33 0,-1-1 0,0 0 0,1 0 0,-1 0 0,0-1 0,1 1 0,-1-1 0,0 0 0,5-1 0,-8 2 0,1-1 0,0 1 0,-1-1 0,1 1 0,0-1 0,-1 1 0,1-1 0,-1 1 0,1-1 0,-1 0 0,1 1 0,-1-1 0,0 0 0,1 1 0,-1-1 0,0 0 0,1 0 0,-1 1 0,0-1 0,0 0 0,0 0 0,1 0 0,-1 1 0,0-1 0,0 0 0,0 0 0,-1 0 0,1 1 0,0-1 0,0 0 0,0 0 0,-1 0 0,1 1 0,0-1 0,0 0 0,-1 1 0,1-1 0,-1 0 0,1 1 0,-1-1 0,1 0 0,-1 1 0,-1-2 0,-6-9 0,-1 0 0,0 0 0,-1 1 0,0 0 0,-1 1 0,-15-11 0,-78-45 0,54 36 0,-337-232 0,306 198 0,53 40 0,-1 1 0,-63-37 0,90 57 0,-1 1 0,0-1 0,0 1 0,0 0 0,0 0 0,0 0 0,0 1 0,0-1 0,0 1 0,0 0 0,0 0 0,0 0 0,0 0 0,-6 1 0,8-1 0,-1 1 0,0 0 0,1 0 0,-1 0 0,1 0 0,-1 0 0,1 0 0,-1 1 0,1-1 0,0 0 0,0 1 0,0-1 0,-1 1 0,1-1 0,1 1 0,-1-1 0,0 1 0,0 0 0,1 0 0,-1-1 0,0 1 0,1 0 0,0 0 0,-1 0 0,1-1 0,0 3 0,-1 8 0,1 0 0,0 0 0,1 1 0,0-1 0,1 0 0,0-1 0,1 1 0,0 0 0,6 14 0,8 13 0,30 50 0,1 2 0,-31-52 0,2-1 0,2-1 0,2 0 0,0-2 0,34 37 0,-44-58 0,0-1 0,1-1 0,1 0 0,0-1 0,1 0 0,24 12 0,-40-23 0,1 1 0,-1-1 0,0 0 0,0 0 0,1 1 0,-1-1 0,0 0 0,0 0 0,1 0 0,-1 1 0,0-1 0,1 0 0,-1 0 0,0 0 0,1 0 0,-1 0 0,0 0 0,1 0 0,-1 0 0,0 0 0,1 0 0,-1 0 0,1 0 0,-1 0 0,0 0 0,1 0 0,-1 0 0,0 0 0,1 0 0,-1 0 0,0-1 0,1 1 0,-1 0 0,0 0 0,0 0 0,1-1 0,-1 1 0,0 0 0,0 0 0,1-1 0,-1 1 0,0 0 0,0 0 0,0-1 0,1 1 0,-1 0 0,0-1 0,0 1 0,0 0 0,0-1 0,0 1 0,0 0 0,0-1 0,1 1 0,-1 0 0,0-1 0,0 1 0,0 0 0,-1-1 0,1 1 0,0 0 0,0-1 0,0 1 0,0 0 0,0-1 0,0 1 0,0 0 0,-1-1 0,1 1 0,-14-26 0,-6 7 0,-1 1 0,-2 1 0,1 1 0,-2 1 0,-37-18 0,38 20 0,-47-22 0,-134-49 0,-81-4 0,101 33 0,179 54 0,-19-8 0,-1 2 0,-1 0 0,1 2 0,-1 1 0,-35-2 0,60 6 0,-1 0 0,0 0 0,1 0 0,-1 0 0,1 1 0,-1-1 0,1 0 0,-1 1 0,1-1 0,-1 1 0,1 0 0,-1-1 0,1 1 0,-1 0 0,1 0 0,0 0 0,0 0 0,-1 0 0,1 0 0,0 0 0,0 0 0,0 1 0,0-1 0,0 0 0,0 2 0,0 1 0,0-1 0,0 0 0,0 1 0,1-1 0,-1 1 0,1-1 0,0 0 0,0 1 0,0-1 0,1 1 0,0 3 0,2 8 0,1 0 0,1 0 0,1-1 0,8 18 0,8 5 0,1-1 0,46 52 0,-27-34 0,23 23 0,79 74 0,-33-39 0,-67-66 0,-35-39 0,-30-32 0,-413-433 0,220 243 0,90 100 0,26 26 0,79 77 0,19 12 0,0 0 0,-1 0 0,1 0 0,0 0 0,-1 0 0,1 0 0,0 0 0,0 0 0,-1 0 0,1 0 0,0 0 0,-1 0 0,1 0 0,0 1 0,-1-1 0,1 0 0,0 0 0,0 0 0,-1 0 0,1 1 0,0-1 0,0 0 0,-1 0 0,1 0 0,0 1 0,0-1 0,0 0 0,-1 0 0,1 1 0,0-1 0,0 0 0,0 1 0,0-1 0,-1 3 0,1 0 0,0-1 0,0 1 0,0-1 0,0 1 0,0 0 0,0-1 0,1 1 0,0-1 0,-1 1 0,1-1 0,2 4 0,13 31 0,2 0 0,45 66 0,60 60 0,-97-130 0,297 345 0,23-14 0,-158-169 0,-47-69 0,-60-57 0,-68-55 0,-13-14 0,0 0 0,0 0 0,0 0 0,0 0 0,0 0 0,0 0 0,0 0 0,-1 0 0,1 0 0,0 0 0,0 0 0,0 0 0,0 0 0,0 0 0,0 0 0,0 0 0,0 0 0,0 0 0,0 0 0,0 0 0,0 0 0,0 0 0,-1 0 0,1 0 0,0 0 0,0 0 0,0 0 0,0 0 0,0 0 0,0 0 0,0 0 0,0 0 0,0 0 0,0 0 0,0 0 0,0 0 0,0 1 0,0-1 0,0 0 0,0 0 0,0 0 0,0 0 0,0 0 0,0 0 0,0 0 0,0 0 0,0 0 0,0 0 0,0 0 0,0 0 0,0 0 0,0 1 0,0-1 0,0 0 0,0 0 0,0 0 0,0 0 0,0 0 0,0 0 0,-31-17 0,-278-208 0,136 93 0,-395-265-331,398 291 165,-271-125 0,429 225 192,-42-16 339,51 21-344,0 0 0,-1 0 0,1 0 0,-1 1 0,1-1 0,-1 1-1,1 0 1,-1 0 0,1 0 0,-1 0 0,1 0 0,-6 2 0,9-2-21,-1 1 0,1-1 0,-1 0 0,1 1 0,-1-1 0,1 1 0,-1-1 0,1 0 0,0 1 0,-1-1 0,1 1 0,0-1 0,-1 1 0,1-1 0,0 1 0,-1 0 0,1-1 0,0 1 0,0-1 0,0 1 0,0 0 0,0-1 0,0 1 0,0-1 0,0 1 0,0 0 0,0-1 0,0 1 0,0-1 0,0 1 0,0 0 0,0-1 0,0 1 0,1-1 0,-1 1 0,0-1 0,1 1 0,-1-1 0,0 1 0,1-1 0,-1 1 0,0-1 0,2 1 0,18 25 0,-19-25 0,28 27 0,2-1 0,1-2 0,50 30 0,-20-13 0,1216 870 0,-1214-873 0,-42-26 0,-1 0 0,34 28 0,-55-41 0,0 0 0,0 0 0,0 0 0,0 0 0,0 0 0,0 0 0,0 0 0,0 0 0,0 0 0,-1 0 0,1 0 0,0 0 0,0 0 0,0 0 0,0 0 0,0 0 0,0 0 0,0 0 0,0 0 0,0 0 0,0 1 0,0-1 0,0 0 0,0 0 0,0 0 0,0 0 0,0 0 0,0 0 0,0 0 0,0 0 0,0 0 0,0 0 0,0 0 0,0 0 0,0 0 0,0 0 0,0 0 0,0 0 0,0 0 0,0 1 0,0-1 0,0 0 0,0 0 0,0 0 0,0 0 0,-10-4 0,-16-8 0,-18-13 0,2-2 0,-51-42 0,-71-75 0,-55-42 0,212 181 0,3 1 0,-1 0 0,0 1 0,0 0 0,1 0 0,-2 0 0,1 0 0,0 1 0,-11-3 0,16 5 0,-1 1 0,1-1 0,-1 0 0,1 1 0,-1-1 0,1 1 0,0-1 0,-1 1 0,1-1 0,0 1 0,-1 0 0,1-1 0,0 1 0,0-1 0,-1 1 0,1 0 0,0-1 0,0 1 0,0-1 0,0 1 0,0 0 0,0-1 0,0 1 0,0 0 0,0-1 0,0 1 0,0-1 0,0 1 0,1 0 0,-1-1 0,0 1 0,0-1 0,1 1 0,-1 0 0,1 0 0,9 26 0,11 3 0,1-1 0,2-1 0,42 39 0,-61-61 0,340 291 0,-200-179 0,-124-101 0,45 40 0,4-4 0,79 48 0,-128-91 0,-16-8 0,0 0 0,0 0 0,-1 0 0,1 0 0,-1 1 0,1 0 0,-1 0 0,0 0 0,0 0 0,0 1 0,-1 0 0,1-1 0,3 6 0,-7-9 0,0 1 0,0-1 0,0 0 0,0 0 0,0 0 0,0 1 0,0-1 0,0 0 0,0 0 0,0 0 0,0 1 0,0-1 0,0 0 0,0 0 0,0 0 0,0 1 0,0-1 0,0 0 0,0 0 0,0 0 0,0 0 0,0 1 0,0-1 0,0 0 0,0 0 0,-1 0 0,1 0 0,0 1 0,0-1 0,0 0 0,0 0 0,0 0 0,0 0 0,-1 0 0,1 1 0,0-1 0,0 0 0,0 0 0,-1 0 0,1 0 0,0 0 0,0 0 0,-13 0 0,-15-9 0,27 9 0,-303-92 0,241 79 0,-1 2 0,-126-3 0,-102 15 0,-135-2 0,354-5 0,-119-25 0,124 18 0,1 2 0,-76-2 0,272 61 0,678 151-536,124-34 429,-679-116 675,-185-35-493,-261-37-75,-432-80 0,-37-6 0,478 88 0,-301 3 0,482 18 0,1 0 0,-1 1 0,1-1 0,0 1 0,-1 0 0,1 0 0,0 0 0,-1 0 0,-4 3 0,8-4 0,0 0 0,-1 0 0,1 1 0,0-1 0,-1 0 0,1 0 0,0 1 0,0-1 0,-1 0 0,1 1 0,0-1 0,0 0 0,-1 1 0,1-1 0,0 0 0,0 1 0,0-1 0,0 0 0,0 1 0,0-1 0,-1 1 0,1-1 0,0 0 0,0 1 0,0-1 0,0 1 0,0-1 0,1 0 0,-1 1 0,0-1 0,0 1 0,1 0 0,0 0 0,0 1 0,0-1 0,0 0 0,0 0 0,0 0 0,0 0 0,1 0 0,-1 0 0,0 0 0,1 0 0,2 1 0,26 12 0,1-2 0,0-1 0,43 10 0,-8-3 0,902 245 0,-934-255 0,146 29 0,-153-33 0,-1-1 0,1-2 0,0 0 0,44-6 0,-79 5 0,0 0 0,0-1 0,-1 0 0,-11-4 0,-9-1 0,-711-45 0,487 43 0,212 5 0,24 2 0,-1-1 0,0 2 0,1 0 0,-31 5 0,48-5 0,0 0 0,0 0 0,-1 0 0,1 0 0,0 0 0,0 0 0,0 0 0,0 0 0,0 0 0,-1 0 0,1 0 0,0 0 0,0 0 0,0 0 0,0 1 0,0-1 0,-1 0 0,1 0 0,0 0 0,0 0 0,0 0 0,0 0 0,0 0 0,0 0 0,-1 0 0,1 0 0,0 1 0,0-1 0,0 0 0,0 0 0,0 0 0,0 0 0,0 0 0,0 1 0,0-1 0,0 0 0,0 0 0,0 0 0,0 0 0,0 0 0,0 1 0,0-1 0,0 0 0,0 0 0,0 0 0,0 0 0,0 0 0,0 1 0,0-1 0,0 0 0,0 0 0,10 7 0,17 4 0,74 16 0,128 19 0,-89-20 0,29 8 0,335 61 0,-354-74 0,212 3 0,-341-24 0,191-5 0,-211 5 0,0 0 0,0 0 0,0 0 0,0 0 0,0 0 0,0 0 0,0 0 0,0 0 0,0 0 0,0-1 0,1 1 0,-1 0 0,0-1 0,0 1 0,0-1 0,-1 1 0,1-1 0,0 0 0,0 1 0,0-1 0,0 0 0,1-1 0,-3 1 0,1 0 0,0 0 0,-1 1 0,1-1 0,-1 0 0,0 0 0,1 0 0,-1 1 0,1-1 0,-1 0 0,0 1 0,0-1 0,1 1 0,-1-1 0,0 1 0,0-1 0,0 1 0,0-1 0,-1 1 0,-57-24 0,58 23 0,-136-38 0,-166-27 0,193 45 0,-291-50-285,-751-34-1,725 104 708,212 3-273,201-2-149,-1 0 0,0-2 0,1 0 0,-1 0 0,-16-6 0,75 3 0,17 2 0,0-2 0,118-27 0,-177 31 0,138-23 0,178-9 0,142 20 0,-392 12 0,115 15 0,-143-2 0,-27-1 0,-13-11 0,0 0 0,0 1 0,0-1 0,0 1 0,0-1 0,-1 1 0,1-1 0,0 1 0,0-1 0,0 1 0,0-1 0,-1 0 0,1 1 0,0-1 0,-1 1 0,1-1 0,0 0 0,-1 1 0,1-1 0,0 0 0,-1 1 0,1-1 0,0 0 0,-1 0 0,1 1 0,-1-1 0,1 0 0,-1 0 0,1 0 0,-1 0 0,1 0 0,-1 1 0,0-1 0,-24 7 0,-1-1 0,0-1 0,-1-2 0,1 0 0,-51-2 0,29 0 0,-777 45 0,478-15 0,343-31 0,-43 7 0,46-7 0,-1 0 0,1 1 0,0-1 0,0 0 0,0 0 0,-1 1 0,1-1 0,0 1 0,0-1 0,0 1 0,0-1 0,0 1 0,0 0 0,0 0 0,0-1 0,0 1 0,0 0 0,0 0 0,0 0 0,0 0 0,1 0 0,-1 0 0,0 0 0,1 0 0,-1 1 0,1-1 0,0 0 0,-1 0 0,1 0 0,0 0 0,-1 3 0,2-3 0,-1 0 0,1 0 0,-1 0 0,1 0 0,0 0 0,-1 0 0,1 0 0,0 0 0,0 0 0,0 0 0,0 0 0,0 0 0,0-1 0,0 1 0,0 0 0,0-1 0,0 1 0,0-1 0,3 1 0,29 10 0,-23-8 0,134 34 0,170 21 0,-263-49 0,329 38 0,-277-40 0,179-13 0,-130-18 0,-92 13 0,-37 3 0,-23 8 0,0-1 0,0 1 0,0 0 0,0 0 0,1-1 0,-1 1 0,0 0 0,0 0 0,0-1 0,0 1 0,0 0 0,0 0 0,0-1 0,0 1 0,0 0 0,0 0 0,0-1 0,0 1 0,0 0 0,-1 0 0,1-1 0,0 1 0,0 0 0,0 0 0,0 0 0,0-1 0,0 1 0,-1 0 0,1 0 0,0 0 0,0-1 0,0 1 0,-1 0 0,1 0 0,0 0 0,0 0 0,0 0 0,-1 0 0,1-1 0,0 1 0,0 0 0,-1 0 0,-4-2 0,-1-1 0,1 1 0,-1 1 0,1-1 0,-11 0 0,-54-6 0,-110 4 0,-71 17 0,141-6 0,78-5 0,-37 2 0,-72 14 0,90-2 0,49-15 0,0-1 0,0 1 0,1 0 0,-1 0 0,0-1 0,1 1 0,-1 0 0,1 0 0,-1 0 0,1 1 0,0-1 0,-1 0 0,1 0 0,0 1 0,0-1 0,0 1 0,0-1 0,0 1 0,0-1 0,0 1 0,0 0 0,1 0 0,-1-1 0,1 1 0,-1 2 0,1-2 0,1-1 0,0 0 0,-1 0 0,1 0 0,-1 0 0,1 0 0,0-1 0,0 1 0,0 0 0,-1 0 0,1 0 0,0-1 0,0 1 0,0 0 0,0-1 0,0 1 0,0-1 0,1 1 0,-1-1 0,0 1 0,0-1 0,0 0 0,0 0 0,1 1 0,1-1 0,36 2 0,-33-2 0,37 0 0,-11 0 0,1 1 0,-1 1 0,35 8 0,7 2 0,1-4 0,111 0 0,-36-3 0,-72-1 0,-28-3 0,97 16 0,-127-9 0,-17-2 0,-14-2 0,-28 1 0,-1-3 0,-69-3 0,34-1 0,-122 0 0,-252 4 0,272 16 0,428-21 0,109-6 0,228-71 0,-329 40 0,-137 18 0,66-7 0,-95 27 0,-1 5 0,151 24 0,-124-12 0,74 9 0,202 21 0,4-27 0,-159-25 0,-179 2 0,115-25 0,-149 24 0,-19 5 0,0 0 0,0-1 0,-1 0 0,1-1 0,11-5 0,-19 8 0,0 0 0,0 0 0,0 0 0,0 0 0,-1 0 0,1 0 0,0 0 0,0 0 0,0 0 0,0 0 0,-1 0 0,1 0 0,0 0 0,0 0 0,0-1 0,0 1 0,0 0 0,-1 0 0,1 0 0,0 0 0,0 0 0,0 0 0,0-1 0,0 1 0,0 0 0,0 0 0,-1 0 0,1 0 0,0 0 0,0-1 0,0 1 0,0 0 0,0 0 0,0 0 0,0 0 0,0-1 0,0 1 0,0 0 0,0 0 0,0 0 0,0-1 0,0 1 0,0 0 0,0 0 0,0 0 0,0 0 0,0-1 0,1 1 0,-1 0 0,0 0 0,0 0 0,0 0 0,0 0 0,0-1 0,0 1 0,0 0 0,1 0 0,-1 0 0,0 0 0,0 0 0,0 0 0,1 0 0,-18-3 0,-346 1 0,188 4 0,-420-2-1365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3:07.4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143 0 24575,'7'480'0,"-20"-21"0,5 100 0,9-543 0,-1 10 0,2-1 0,7 35 0,-8-53 0,1 0 0,0 0 0,1 0 0,-1 0 0,1-1 0,1 1 0,-1-1 0,1 0 0,0 0 0,1 0 0,-1-1 0,1 1 0,6 4 0,-8-7 0,-1 0 0,1 0 0,0 0 0,-1 0 0,0 1 0,0-1 0,0 1 0,0-1 0,-1 1 0,1 0 0,-1 0 0,0 0 0,0 0 0,0-1 0,0 7 0,0 8 0,-1 0 0,-2 24 0,0-3 0,15 217 0,-5-77 0,-3-127 0,2-1 0,2 1 0,22 67 0,-21-83 0,5 37 0,-8 4 0,-2-1 0,-7 79 0,0-41 0,2-107 0,-1 19 0,1 0 0,1 0 0,1 0 0,2-1 0,0 1 0,16 48 0,-20-69 0,0-1 0,0 1 0,0-1 0,-1 1 0,0-1 0,0 1 0,0-1 0,0 1 0,-1-1 0,1 0 0,-4 4 0,-3 16 0,2 6 0,2 0 0,1 1 0,1-1 0,4 44 0,-1-33 0,-6 64 0,-4-53 0,5-33 0,1-1 0,-2 35 0,6 427 0,0-464 0,0-1 0,8 30 0,-6-30 0,0 0 0,-1 1 0,1 16 0,-4 133 0,-3-228 0,-3 1 0,-2-1 0,-34-112 0,18 98 0,-54-187 0,-28-94 0,101 332 0,-5-17 0,11 41 0,-1 0 0,0 0 0,0 0 0,0 1 0,0-1 0,0 0 0,0 0 0,0 1 0,0-1 0,-1 1 0,1-1 0,-1 1 0,1 0 0,-1-1 0,1 1 0,-4-2 0,4 4-58,0 1-1,1-1 0,-1 0 1,1 0-1,0 0 0,-1 1 1,1-1-1,0 0 0,0 0 1,0 1-1,-1-1 0,1 0 1,1 0-1,-1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2:29.5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0 156 24575,'366'-9'0,"-312"7"0,149-7 0,-22-12 0,21-6 0,-18 16 0,-12 1 0,187 6 0,-189 7 0,-108-2 0,77 12 0,65 9 0,-158-17 0,52 1 0,12-1 0,-80-5 0,0-1 0,0-2 0,45-10 0,109-40 0,-56 31 0,-35 7 0,-48 10 0,-1 1 0,73 3 0,-60 2 0,196-3 0,235 4 0,-217 18 0,127 4 0,-330-17 0,65 18 0,7 1 0,14-2 0,-141-23 0,137 10 0,-115-12 0,0 2 0,0 2 0,40 8 0,-68-10 68,0-1 0,0 1 0,0-1 0,10-1 0,-10 0-352,-1 1 0,0-1 0,1 2-1,-1-1 1,11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2:37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2:42.2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 52 24575,'13'-2'0,"1"0"0,0-1 0,-1 0 0,0-1 0,26-11 0,-39 15 0,1 0 0,-1 0 0,1 0 0,-1 0 0,0 0 0,1 0 0,-1 0 0,1-1 0,-1 1 0,1 0 0,-1 0 0,0 0 0,1-1 0,-1 1 0,1 0 0,-1 0 0,0-1 0,1 1 0,-1 0 0,0-1 0,1 1 0,-1 0 0,0-1 0,0 1 0,1 0 0,-1-1 0,0 1 0,0-1 0,0 1 0,0 0 0,0-1 0,1 1 0,-1-1 0,0 1 0,0-1 0,0 1 0,0-1 0,0 1 0,0-1 0,0 1 0,0 0 0,-1-1 0,1 1 0,0-1 0,0 1 0,0-1 0,0 1 0,0 0 0,-1-1 0,1 0 0,-1 1 0,0-1 0,0 0 0,0 1 0,0-1 0,0 1 0,0-1 0,0 1 0,-1-1 0,1 1 0,0 0 0,0 0 0,0 0 0,0-1 0,0 1 0,-1 0 0,1 0 0,0 1 0,0-1 0,0 0 0,-2 1 0,-8 3-9,0 1 0,1 1 0,-1-1 0,1 2 0,0 0 0,1 0 0,-15 14 0,-1 0-1284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2:48.2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 0 24404,'0'2260'0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2:54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 24667,'5950'0'0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3:24.9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 0 24575,'7'282'0,"-8"-213"0,-10 71 0,5-80-682,3 60-1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4:27.7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24646,'449'3633'0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8:54:31.7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24575,'11'176'0,"0"7"0,1 8 0,18 11 0,-1-15 0,-20-69 0,-3-34 0,2 78 0,0-100-1365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23:22:2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2916 0 24288,'-2916'1600'0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23:22:35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24414,'2948'1600'0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23:22:38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21389,'0'5833'0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23:22:4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23937,'0'1318'0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23:22:54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23706,'0'1411'0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08:22.841"/>
    </inkml:context>
    <inkml:brush xml:id="br0">
      <inkml:brushProperty name="width" value="0.035" units="cm"/>
      <inkml:brushProperty name="height" value="0.035" units="cm"/>
      <inkml:brushProperty name="color" value="#00FF00"/>
    </inkml:brush>
  </inkml:definitions>
  <inkml:trace contextRef="#ctx0" brushRef="#br0">0 0 24241,'2442'419'0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08:29.483"/>
    </inkml:context>
    <inkml:brush xml:id="br0">
      <inkml:brushProperty name="width" value="0.035" units="cm"/>
      <inkml:brushProperty name="height" value="0.035" units="cm"/>
      <inkml:brushProperty name="color" value="#00FF00"/>
    </inkml:brush>
  </inkml:definitions>
  <inkml:trace contextRef="#ctx0" brushRef="#br0">0 1 23513,'3255'24'0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2:14.361"/>
    </inkml:context>
    <inkml:brush xml:id="br0">
      <inkml:brushProperty name="width" value="0.035" units="cm"/>
      <inkml:brushProperty name="height" value="0.035" units="cm"/>
      <inkml:brushProperty name="color" value="#00FF00"/>
    </inkml:brush>
  </inkml:definitions>
  <inkml:trace contextRef="#ctx0" brushRef="#br0">0 173 24266,'1504'-173'0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5:22.4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673 0 24221,'-672'1095'0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6:28.03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23513,'25'1170'0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6:46.76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872 274 24192,'-872'-274'0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0:29:19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3802 3305 24500,'-1'130'0,"-4"0"0,-2-1 0,-3 0 0,-3-2 0,-3 0 0,-3-1 0,-3-2 0,-2-2 0,-4-1 0,-1-2 0,-4-2 0,-2-3 0,-3-2 0,-2-2 0,-3-4 0,-2-2 0,-2-4 0,-3-3 0,-2-3 0,-1-5 0,-3-2 0,-2-5 0,-1-4 0,-3-3 0,-1-6 0,-1-3 0,-2-5 0,-1-4 0,-1-5 0,-2-5 0,0-4 0,-2-6 0,0-4 0,-1-5 0,0-5 0,-1-5 0,-1-6 0,1-4 0,-1-5 0,1-6 0,-1-5 0,1-4 0,0-6 0,0-5 0,1-5 0,1-5 0,1-4 0,0-6 0,2-4 0,0-5 0,2-5 0,1-4 0,2-5 0,1-3 0,2-6 0,1-3 0,3-4 0,1-5 0,2-2 0,2-5 0,3-3 0,1-3 0,3-4 0,3-2 0,1-4 0,4-2 0,1-2 0,4-3 0,2-2 0,3-2 0,2-1 0,4-2 0,2-2 0,3-1 0,3 0 0,2-2 0,4 0 0,3-1 0,2 0 0,4 1 0,2-1 0,3 1 0,4 0 0,2 2 0,3 0 0,3 1 0,2 2 0,4 2 0,2 1 0,3 2 0,2 2 0,4 3 0,1 2 0,4 2 0,1 4 0,3 2 0,3 4 0,1 3 0,3 3 0,2 5 0,2 2 0,1 5 0,3 4 0,1 3 0,2 5 0,1 5 0,2 4 0,1 4 0,2 5 0,0 5 0,2 4 0,0 6 0,1 4 0,1 5 0,1 5 0,0 5 0,0 6 0,1 4 0,-1 5 0,1 6 0,-1 5 0,1 4 0,-1 6 0,-1 5 0,0 5 0,-1 5 0,0 4 0,-2 6 0,0 4 0,-2 5 0,-1 5 0,-1 4 0,-2 4 0,-1 5 0,-1 5 0,-3 3 0,-1 4 0,-2 5 0,-3 2 0,-1 5 0,-2 3 0,-3 3 0,-2 4 0,-2 2 0,-3 4 0,-2 2 0,-3 2 0,-2 3 0,-4 2 0,-1 2 0,-4 1 0,-2 2 0,-3 2 0,-3 1 0,-3 0 0,-3 2 0,-3 0 0,-2 1 0,-4-1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1:01:23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3625 527 24496,'-1'21'0,"-3"0"0,-3-1 0,-3 1 0,-3-1 0,-2 1 0,-3-1 0,-3-1 0,-2 1 0,-3-1 0,-2 0 0,-3 0 0,-3-1 0,-2 0 0,-2-1 0,-3 0 0,-2 0 0,-2-1 0,-2-1 0,-3 0 0,-1 0 0,-2-2 0,-2 0 0,-2 0 0,-1-1 0,-2-1 0,-2-1 0,0 0 0,-2-1 0,-2 0 0,0-2 0,-1 0 0,-1-1 0,-1-1 0,-1 0 0,0-2 0,0 0 0,-1-1 0,0-1 0,0 0 0,0-2 0,0 0 0,0-1 0,0-1 0,1 0 0,1-2 0,0 0 0,1-1 0,0-1 0,2 0 0,1-2 0,1 0 0,1-1 0,2 0 0,1-1 0,1-1 0,3-1 0,1 0 0,1 0 0,3-2 0,2 0 0,2 0 0,1-1 0,3-1 0,3 0 0,1 0 0,3-1 0,3 0 0,2-1 0,2 0 0,3 0 0,3-1 0,2 1 0,3-1 0,3-1 0,3 1 0,2-1 0,3 1 0,3-1 0,2 0 0,4 1 0,2-1 0,3 0 0,3 1 0,2 0 0,3-1 0,3 1 0,3 1 0,2-1 0,3 1 0,3 0 0,2 0 0,2 1 0,3 0 0,3 1 0,1 0 0,3 0 0,3 1 0,1 1 0,2 0 0,2 0 0,3 2 0,1-1 0,1 2 0,3 0 0,1 1 0,1 0 0,2 2 0,1 0 0,1 0 0,1 2 0,2 0 0,0 1 0,1 1 0,0 0 0,1 2 0,1 0 0,0 1 0,0 1 0,0 0 0,0 2 0,0 0 0,0 1 0,-1 1 0,0 0 0,0 2 0,-1 0 0,-1 1 0,-1 1 0,-1 0 0,0 2 0,-2 0 0,-2 0 0,0 2 0,-2 0 0,-2 1 0,-1 0 0,-2 2 0,-2-1 0,-2 2 0,-1 0 0,-3 0 0,-2 1 0,-2 1 0,-2 0 0,-3 0 0,-2 1 0,-2 0 0,-3 1 0,-3 0 0,-2 0 0,-3 1 0,-2-1 0,-3 1 0,-3 1 0,-2-1 0,-3 0 0,-3 1 0,-3 0 0,-3-1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5:13:08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10255 920 24519,'-4'36'0,"-8"0"0,-7 0 0,-9 0 0,-7 0 0,-8-1 0,-8 0 0,-8-1 0,-7 1 0,-7-2 0,-8 0 0,-7 0 0,-7-1 0,-6-1 0,-8-1 0,-6 0 0,-7-1 0,-5-1 0,-7-1 0,-6-1 0,-5-1 0,-5-1 0,-6-1 0,-4-2 0,-5 0 0,-5-1 0,-4-2 0,-3-1 0,-4-1 0,-4-2 0,-2-1 0,-4-1 0,-1-1 0,-3-2 0,-2-1 0,-1-2 0,-1-1 0,-2-2 0,0-1 0,0-1 0,0-2 0,0-1 0,0-1 0,2-2 0,1-1 0,1-2 0,2-1 0,3-2 0,1-1 0,4-1 0,2-1 0,4-2 0,4-1 0,3-1 0,4-2 0,5-1 0,5 0 0,4-2 0,6-1 0,5-1 0,5-1 0,6-1 0,7-1 0,5-1 0,7-1 0,6 0 0,8-1 0,6-1 0,7-1 0,7 0 0,8 0 0,7-2 0,7 1 0,8-1 0,8 0 0,8-1 0,7 0 0,9 0 0,7 0 0,8 0 0,8 0 0,8 0 0,7 0 0,9 0 0,7 1 0,8-1 0,8 1 0,8 1 0,7 0 0,7 0 0,8 1 0,7 1 0,7 0 0,6 1 0,8 0 0,6 1 0,7 2 0,5 0 0,7 1 0,6 1 0,5 1 0,5 1 0,6 1 0,4 1 0,5 1 0,5 2 0,4 1 0,3 0 0,4 3 0,4 0 0,2 2 0,4 1 0,1 2 0,3 1 0,2 1 0,1 2 0,1 1 0,2 1 0,0 2 0,0 1 0,0 2 0,0 1 0,0 2 0,-2 1 0,-1 1 0,-1 2 0,-2 1 0,-3 1 0,-1 2 0,-4 1 0,-2 2 0,-4 0 0,-4 3 0,-3 0 0,-4 1 0,-5 2 0,-5 1 0,-4 1 0,-6 1 0,-5 1 0,-5 1 0,-6 1 0,-7 1 0,-5 0 0,-7 2 0,-6 1 0,-8 0 0,-6 1 0,-7 0 0,-7 1 0,-8 1 0,-7 0 0,-7 0 0,-8 1 0,-8 1 0,-8-1 0,-7 1 0,-9 0 0,-7 0 0,-8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6:48:50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0 24512,'-682'223'0,"682"494"0,682-495 0,-259-803 0,-846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6:49:03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24543,'0'5479'0,"9316"-5479"0,-9316-5479 0,-9316 5479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1:43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24522,'0'6930'0,"4019"-6930"0,-4019-6930 0,-4019 6930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20:29:07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1494 0 24328,'-1493'3646'0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20:29:11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24290,'1763'3467'0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34:41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7346 544 24509,'340'-543'0,"-8026"543"0,8026 543 0,6666-543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34:53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11637 115 24372,'-11637'0'0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40:00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24293,'10003'-31'0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45:09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1 565 24394,'6177'-564'0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9:49:49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11917 158 24273,'-11916'-157'0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9:49:54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22940,'11950'0'0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0D0DA-4BB5-41C2-B6EC-5DD79F97B9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65DD3-CDF4-40D4-A8EF-0BEBA055C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7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65DD3-CDF4-40D4-A8EF-0BEBA055C4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3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65DD3-CDF4-40D4-A8EF-0BEBA055C4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54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22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91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21" Type="http://schemas.openxmlformats.org/officeDocument/2006/relationships/image" Target="../media/image13.png"/><Relationship Id="rId7" Type="http://schemas.openxmlformats.org/officeDocument/2006/relationships/image" Target="../media/image4.jp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7.jpeg"/><Relationship Id="rId2" Type="http://schemas.openxmlformats.org/officeDocument/2006/relationships/image" Target="../media/image3.webp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6.png"/><Relationship Id="rId5" Type="http://schemas.openxmlformats.org/officeDocument/2006/relationships/customXml" Target="../ink/ink2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21.xml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9.xml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10" Type="http://schemas.openxmlformats.org/officeDocument/2006/relationships/image" Target="../media/image29.png"/><Relationship Id="rId4" Type="http://schemas.openxmlformats.org/officeDocument/2006/relationships/customXml" Target="../ink/ink22.xml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35.png"/><Relationship Id="rId7" Type="http://schemas.openxmlformats.org/officeDocument/2006/relationships/image" Target="../media/image4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42.png"/><Relationship Id="rId10" Type="http://schemas.openxmlformats.org/officeDocument/2006/relationships/image" Target="../media/image36.png"/><Relationship Id="rId4" Type="http://schemas.openxmlformats.org/officeDocument/2006/relationships/customXml" Target="../ink/ink25.xml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customXml" Target="../ink/ink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62B4B-1BDD-8D2E-9115-0C723F54AF22}"/>
              </a:ext>
            </a:extLst>
          </p:cNvPr>
          <p:cNvSpPr txBox="1"/>
          <p:nvPr/>
        </p:nvSpPr>
        <p:spPr>
          <a:xfrm>
            <a:off x="629265" y="619433"/>
            <a:ext cx="63221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Based Motor and Camera Controller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98F11-54BA-C8F6-6786-6D580B9A262C}"/>
              </a:ext>
            </a:extLst>
          </p:cNvPr>
          <p:cNvSpPr txBox="1"/>
          <p:nvPr/>
        </p:nvSpPr>
        <p:spPr>
          <a:xfrm>
            <a:off x="2841522" y="2152398"/>
            <a:ext cx="4896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DC755-202D-8CFE-EE42-B910D7946FC8}"/>
              </a:ext>
            </a:extLst>
          </p:cNvPr>
          <p:cNvSpPr txBox="1"/>
          <p:nvPr/>
        </p:nvSpPr>
        <p:spPr>
          <a:xfrm>
            <a:off x="8842602" y="1342708"/>
            <a:ext cx="2298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Jacob Juca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22FBD-7FB8-5723-4367-5C42209298B0}"/>
              </a:ext>
            </a:extLst>
          </p:cNvPr>
          <p:cNvSpPr txBox="1"/>
          <p:nvPr/>
        </p:nvSpPr>
        <p:spPr>
          <a:xfrm>
            <a:off x="9800492" y="1753216"/>
            <a:ext cx="2298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MTSU Quantum       Optics Lab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09/02/26</a:t>
            </a:r>
          </a:p>
        </p:txBody>
      </p:sp>
    </p:spTree>
    <p:extLst>
      <p:ext uri="{BB962C8B-B14F-4D97-AF65-F5344CB8AC3E}">
        <p14:creationId xmlns:p14="http://schemas.microsoft.com/office/powerpoint/2010/main" val="142471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1D084-F2F3-2A83-2965-E914DF773644}"/>
              </a:ext>
            </a:extLst>
          </p:cNvPr>
          <p:cNvSpPr txBox="1"/>
          <p:nvPr/>
        </p:nvSpPr>
        <p:spPr>
          <a:xfrm>
            <a:off x="363793" y="678426"/>
            <a:ext cx="798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0A96-2E4A-68BF-2C38-5183592552C2}"/>
              </a:ext>
            </a:extLst>
          </p:cNvPr>
          <p:cNvSpPr txBox="1"/>
          <p:nvPr/>
        </p:nvSpPr>
        <p:spPr>
          <a:xfrm>
            <a:off x="589935" y="1946786"/>
            <a:ext cx="40902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Simplify motor controls.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Control both motors and camera through one interface.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preset camera controls and values.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F5F19-C1DC-B421-9903-AFB1427556B2}"/>
              </a:ext>
            </a:extLst>
          </p:cNvPr>
          <p:cNvSpPr txBox="1"/>
          <p:nvPr/>
        </p:nvSpPr>
        <p:spPr>
          <a:xfrm>
            <a:off x="806245" y="1731343"/>
            <a:ext cx="23204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07D5B-8681-C01B-C6CF-9499774AC0CD}"/>
              </a:ext>
            </a:extLst>
          </p:cNvPr>
          <p:cNvSpPr txBox="1"/>
          <p:nvPr/>
        </p:nvSpPr>
        <p:spPr>
          <a:xfrm>
            <a:off x="6096000" y="1711679"/>
            <a:ext cx="2979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3347C-6FA2-0B7F-AF01-41E199E81053}"/>
              </a:ext>
            </a:extLst>
          </p:cNvPr>
          <p:cNvSpPr txBox="1"/>
          <p:nvPr/>
        </p:nvSpPr>
        <p:spPr>
          <a:xfrm>
            <a:off x="5869857" y="2162230"/>
            <a:ext cx="3991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Two </a:t>
            </a:r>
            <a:r>
              <a:rPr lang="en-US" dirty="0" err="1"/>
              <a:t>Thorslabs</a:t>
            </a:r>
            <a:r>
              <a:rPr lang="en-US" dirty="0"/>
              <a:t> motor controllers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Two </a:t>
            </a:r>
            <a:r>
              <a:rPr lang="en-US" dirty="0" err="1"/>
              <a:t>Thorslabs</a:t>
            </a:r>
            <a:r>
              <a:rPr lang="en-US" dirty="0"/>
              <a:t> translation stages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Pixelink</a:t>
            </a:r>
            <a:r>
              <a:rPr lang="en-US" dirty="0"/>
              <a:t> camera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Microscope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273D62-2FA0-FB0D-5810-BA31C14902D7}"/>
              </a:ext>
            </a:extLst>
          </p:cNvPr>
          <p:cNvGrpSpPr/>
          <p:nvPr/>
        </p:nvGrpSpPr>
        <p:grpSpPr>
          <a:xfrm>
            <a:off x="726192" y="4503025"/>
            <a:ext cx="2860288" cy="2293706"/>
            <a:chOff x="1488192" y="4506053"/>
            <a:chExt cx="2860288" cy="2293706"/>
          </a:xfrm>
        </p:grpSpPr>
        <p:pic>
          <p:nvPicPr>
            <p:cNvPr id="10" name="Picture 9" descr="K-Cube&lt;sup&gt;®&lt;/sup&gt; Brushed DC Servo Motor Controller">
              <a:extLst>
                <a:ext uri="{FF2B5EF4-FFF2-40B4-BE49-F238E27FC236}">
                  <a16:creationId xmlns:a16="http://schemas.microsoft.com/office/drawing/2014/main" id="{506A911C-0B73-8923-218F-7284EF16A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8192" y="4506053"/>
              <a:ext cx="2293706" cy="22937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9E6960-6E33-D833-86C5-BD865C720CEE}"/>
                    </a:ext>
                  </a:extLst>
                </p14:cNvPr>
                <p14:cNvContentPartPr/>
                <p14:nvPr/>
              </p14:nvContentPartPr>
              <p14:xfrm>
                <a:off x="1514098" y="5548263"/>
                <a:ext cx="1609560" cy="1037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9E6960-6E33-D833-86C5-BD865C720CE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51458" y="5485623"/>
                  <a:ext cx="1735200" cy="1162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9D2172-D79B-8FFB-A154-4579C4CFC4DE}"/>
                </a:ext>
              </a:extLst>
            </p:cNvPr>
            <p:cNvSpPr txBox="1"/>
            <p:nvPr/>
          </p:nvSpPr>
          <p:spPr>
            <a:xfrm>
              <a:off x="3627120" y="5140960"/>
              <a:ext cx="72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1A3933-D611-69E0-0577-4CDE51B9BAC4}"/>
              </a:ext>
            </a:extLst>
          </p:cNvPr>
          <p:cNvGrpSpPr/>
          <p:nvPr/>
        </p:nvGrpSpPr>
        <p:grpSpPr>
          <a:xfrm>
            <a:off x="3945730" y="4652584"/>
            <a:ext cx="2969322" cy="1785302"/>
            <a:chOff x="4800495" y="4641878"/>
            <a:chExt cx="2969322" cy="178530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45D65D-D866-7C06-D1D2-1503A1FDF95A}"/>
                    </a:ext>
                  </a:extLst>
                </p14:cNvPr>
                <p14:cNvContentPartPr/>
                <p14:nvPr/>
              </p14:nvContentPartPr>
              <p14:xfrm>
                <a:off x="6958980" y="4721860"/>
                <a:ext cx="128520" cy="1705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45D65D-D866-7C06-D1D2-1503A1FDF9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95980" y="4658860"/>
                  <a:ext cx="254160" cy="183096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14CF0B0-848E-660F-9EAA-214A885B3D10}"/>
                </a:ext>
              </a:extLst>
            </p:cNvPr>
            <p:cNvGrpSpPr/>
            <p:nvPr/>
          </p:nvGrpSpPr>
          <p:grpSpPr>
            <a:xfrm>
              <a:off x="4800495" y="4683660"/>
              <a:ext cx="2969322" cy="1306080"/>
              <a:chOff x="4800495" y="4683660"/>
              <a:chExt cx="2969322" cy="130608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3D14BAF-2829-906F-5912-A4384F140344}"/>
                  </a:ext>
                </a:extLst>
              </p:cNvPr>
              <p:cNvGrpSpPr/>
              <p:nvPr/>
            </p:nvGrpSpPr>
            <p:grpSpPr>
              <a:xfrm>
                <a:off x="4860312" y="4727387"/>
                <a:ext cx="2909505" cy="1196477"/>
                <a:chOff x="4860312" y="4727387"/>
                <a:chExt cx="2909505" cy="1196477"/>
              </a:xfrm>
            </p:grpSpPr>
            <p:pic>
              <p:nvPicPr>
                <p:cNvPr id="15" name="Picture 14" descr="Thorlabs · 25 mm (0.98&quot;) Compact Motorized Translation Stage">
                  <a:extLst>
                    <a:ext uri="{FF2B5EF4-FFF2-40B4-BE49-F238E27FC236}">
                      <a16:creationId xmlns:a16="http://schemas.microsoft.com/office/drawing/2014/main" id="{F5F2AA3D-C18E-AABD-D96D-DFC7199B8F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60312" y="4727387"/>
                  <a:ext cx="2121028" cy="1196477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EFDB24-CEF6-07DF-DC1C-FB544421680D}"/>
                    </a:ext>
                  </a:extLst>
                </p:cNvPr>
                <p:cNvSpPr txBox="1"/>
                <p:nvPr/>
              </p:nvSpPr>
              <p:spPr>
                <a:xfrm>
                  <a:off x="7084662" y="5140959"/>
                  <a:ext cx="6851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x2</a:t>
                  </a:r>
                </a:p>
              </p:txBody>
            </p: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0B75737C-3D68-36D9-0896-009CDB5F2435}"/>
                      </a:ext>
                    </a:extLst>
                  </p14:cNvPr>
                  <p14:cNvContentPartPr/>
                  <p14:nvPr/>
                </p14:nvContentPartPr>
                <p14:xfrm>
                  <a:off x="4857735" y="4683660"/>
                  <a:ext cx="2061360" cy="56520"/>
                </p14:xfrm>
              </p:contentPart>
            </mc:Choice>
            <mc:Fallback xmlns=""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0B75737C-3D68-36D9-0896-009CDB5F2435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794735" y="4620660"/>
                    <a:ext cx="2187000" cy="18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4042F701-7ACD-A8EA-33A7-E46EF7BF3764}"/>
                      </a:ext>
                    </a:extLst>
                  </p14:cNvPr>
                  <p14:cNvContentPartPr/>
                  <p14:nvPr/>
                </p14:nvContentPartPr>
                <p14:xfrm>
                  <a:off x="4800495" y="4960500"/>
                  <a:ext cx="360" cy="36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4042F701-7ACD-A8EA-33A7-E46EF7BF3764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737495" y="489750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00EC65CF-8A12-2939-36D1-8FBD284C2D9F}"/>
                      </a:ext>
                    </a:extLst>
                  </p14:cNvPr>
                  <p14:cNvContentPartPr/>
                  <p14:nvPr/>
                </p14:nvContentPartPr>
                <p14:xfrm>
                  <a:off x="4844415" y="4854300"/>
                  <a:ext cx="53640" cy="3096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00EC65CF-8A12-2939-36D1-8FBD284C2D9F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781775" y="4791300"/>
                    <a:ext cx="179280" cy="15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949FA6C6-1AE0-4E63-E461-182A80A5F0CD}"/>
                      </a:ext>
                    </a:extLst>
                  </p14:cNvPr>
                  <p14:cNvContentPartPr/>
                  <p14:nvPr/>
                </p14:nvContentPartPr>
                <p14:xfrm>
                  <a:off x="4804095" y="5034660"/>
                  <a:ext cx="720" cy="81396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949FA6C6-1AE0-4E63-E461-182A80A5F0C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678095" y="4971660"/>
                    <a:ext cx="252000" cy="93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32FF183F-6A2D-C5D7-4D5E-4378FC7F668D}"/>
                      </a:ext>
                    </a:extLst>
                  </p14:cNvPr>
                  <p14:cNvContentPartPr/>
                  <p14:nvPr/>
                </p14:nvContentPartPr>
                <p14:xfrm>
                  <a:off x="4809855" y="5989020"/>
                  <a:ext cx="2142360" cy="7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32FF183F-6A2D-C5D7-4D5E-4378FC7F668D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4746855" y="5863020"/>
                    <a:ext cx="2268000" cy="25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BB16B11A-46BF-19B1-E2D7-B81B0D36F099}"/>
                      </a:ext>
                    </a:extLst>
                  </p14:cNvPr>
                  <p14:cNvContentPartPr/>
                  <p14:nvPr/>
                </p14:nvContentPartPr>
                <p14:xfrm>
                  <a:off x="7028100" y="5684500"/>
                  <a:ext cx="7920" cy="24192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BB16B11A-46BF-19B1-E2D7-B81B0D36F099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965100" y="5621500"/>
                    <a:ext cx="133560" cy="3675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CCF125F-5D87-978F-3ADB-1123564B65C3}"/>
                    </a:ext>
                  </a:extLst>
                </p14:cNvPr>
                <p14:cNvContentPartPr/>
                <p14:nvPr/>
              </p14:nvContentPartPr>
              <p14:xfrm>
                <a:off x="6992058" y="4641878"/>
                <a:ext cx="162000" cy="130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CCF125F-5D87-978F-3ADB-1123564B65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9058" y="4579238"/>
                  <a:ext cx="287640" cy="14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2BEBE8-DAE0-401B-5FA5-B2A875F5CF0E}"/>
                    </a:ext>
                  </a:extLst>
                </p14:cNvPr>
                <p14:cNvContentPartPr/>
                <p14:nvPr/>
              </p14:nvContentPartPr>
              <p14:xfrm>
                <a:off x="7005018" y="5158118"/>
                <a:ext cx="44640" cy="491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2BEBE8-DAE0-401B-5FA5-B2A875F5CF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42018" y="5095118"/>
                  <a:ext cx="170280" cy="617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 descr="Pixelink Cameras - Machine Vision Cameras - AMETEK Navitar">
            <a:extLst>
              <a:ext uri="{FF2B5EF4-FFF2-40B4-BE49-F238E27FC236}">
                <a16:creationId xmlns:a16="http://schemas.microsoft.com/office/drawing/2014/main" id="{13DAB3E6-9533-809D-8A4F-D64C5376230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12224" y="4797061"/>
            <a:ext cx="1382513" cy="138251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985C46-D7AC-928E-002A-85FDBBEFE75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808" y="4508341"/>
            <a:ext cx="1698942" cy="172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4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0E6AD6-741D-24E1-E219-AEA9FB146B97}"/>
              </a:ext>
            </a:extLst>
          </p:cNvPr>
          <p:cNvSpPr txBox="1"/>
          <p:nvPr/>
        </p:nvSpPr>
        <p:spPr>
          <a:xfrm>
            <a:off x="422787" y="639097"/>
            <a:ext cx="8180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CFC18C-C2DB-A549-4840-66A45FF74220}"/>
              </a:ext>
            </a:extLst>
          </p:cNvPr>
          <p:cNvSpPr/>
          <p:nvPr/>
        </p:nvSpPr>
        <p:spPr>
          <a:xfrm>
            <a:off x="4277032" y="1799303"/>
            <a:ext cx="2123768" cy="8357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AB6A6-B97A-7B2B-D213-F1E0BEB2D776}"/>
              </a:ext>
            </a:extLst>
          </p:cNvPr>
          <p:cNvSpPr txBox="1"/>
          <p:nvPr/>
        </p:nvSpPr>
        <p:spPr>
          <a:xfrm>
            <a:off x="4399935" y="2032508"/>
            <a:ext cx="187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Laptop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2DF0B8-B41B-7C4B-116A-BF6A92E431AD}"/>
              </a:ext>
            </a:extLst>
          </p:cNvPr>
          <p:cNvSpPr/>
          <p:nvPr/>
        </p:nvSpPr>
        <p:spPr>
          <a:xfrm>
            <a:off x="1838632" y="3116826"/>
            <a:ext cx="1465007" cy="72758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6B0F02-4F4C-D73B-9969-087A95F8C1C4}"/>
              </a:ext>
            </a:extLst>
          </p:cNvPr>
          <p:cNvSpPr/>
          <p:nvPr/>
        </p:nvSpPr>
        <p:spPr>
          <a:xfrm>
            <a:off x="7423356" y="3116826"/>
            <a:ext cx="1465007" cy="72758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2003DE-720E-77D5-E74C-13BBCC21C363}"/>
              </a:ext>
            </a:extLst>
          </p:cNvPr>
          <p:cNvSpPr/>
          <p:nvPr/>
        </p:nvSpPr>
        <p:spPr>
          <a:xfrm>
            <a:off x="4606411" y="4753898"/>
            <a:ext cx="1465007" cy="72758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E573B-3664-21EB-3783-4311F3FAD53C}"/>
              </a:ext>
            </a:extLst>
          </p:cNvPr>
          <p:cNvSpPr/>
          <p:nvPr/>
        </p:nvSpPr>
        <p:spPr>
          <a:xfrm>
            <a:off x="4606410" y="5481485"/>
            <a:ext cx="1465007" cy="72758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6E13F8-9706-78E5-D39D-E2E53AD60B0B}"/>
              </a:ext>
            </a:extLst>
          </p:cNvPr>
          <p:cNvSpPr/>
          <p:nvPr/>
        </p:nvSpPr>
        <p:spPr>
          <a:xfrm>
            <a:off x="1838631" y="4321278"/>
            <a:ext cx="1465007" cy="72758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8BD109-614C-4902-3B67-C6EF1C904227}"/>
              </a:ext>
            </a:extLst>
          </p:cNvPr>
          <p:cNvSpPr/>
          <p:nvPr/>
        </p:nvSpPr>
        <p:spPr>
          <a:xfrm>
            <a:off x="7423356" y="4321277"/>
            <a:ext cx="1465007" cy="72758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05640-102A-928D-BB24-AF7E7ECC0E3C}"/>
              </a:ext>
            </a:extLst>
          </p:cNvPr>
          <p:cNvSpPr txBox="1"/>
          <p:nvPr/>
        </p:nvSpPr>
        <p:spPr>
          <a:xfrm>
            <a:off x="1986115" y="3244334"/>
            <a:ext cx="146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#1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43C26-CF3A-B746-E239-172D9FB04B4C}"/>
              </a:ext>
            </a:extLst>
          </p:cNvPr>
          <p:cNvSpPr txBox="1"/>
          <p:nvPr/>
        </p:nvSpPr>
        <p:spPr>
          <a:xfrm>
            <a:off x="7561006" y="3295953"/>
            <a:ext cx="118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Motor #2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01AE7AA-4136-53BB-0C4E-2BE809F0652E}"/>
                  </a:ext>
                </a:extLst>
              </p14:cNvPr>
              <p14:cNvContentPartPr/>
              <p14:nvPr/>
            </p14:nvContentPartPr>
            <p14:xfrm>
              <a:off x="3262271" y="2596276"/>
              <a:ext cx="1050120" cy="576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01AE7AA-4136-53BB-0C4E-2BE809F065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6151" y="2590156"/>
                <a:ext cx="106236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E1A94A8-FE96-78B1-0CBA-A524B32BB1E0}"/>
                  </a:ext>
                </a:extLst>
              </p14:cNvPr>
              <p14:cNvContentPartPr/>
              <p14:nvPr/>
            </p14:nvContentPartPr>
            <p14:xfrm>
              <a:off x="6378071" y="2584756"/>
              <a:ext cx="1061280" cy="576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E1A94A8-FE96-78B1-0CBA-A524B32BB1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1951" y="2578636"/>
                <a:ext cx="107352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03EE92-7A12-8227-C458-BE4D2C0F2D21}"/>
                  </a:ext>
                </a:extLst>
              </p14:cNvPr>
              <p14:cNvContentPartPr/>
              <p14:nvPr/>
            </p14:nvContentPartPr>
            <p14:xfrm>
              <a:off x="5373311" y="2641276"/>
              <a:ext cx="720" cy="2100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03EE92-7A12-8227-C458-BE4D2C0F2D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61071" y="2635156"/>
                <a:ext cx="25200" cy="21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3BAAE3-E21E-BB7F-68DA-8FD93DE6D7F4}"/>
                  </a:ext>
                </a:extLst>
              </p14:cNvPr>
              <p14:cNvContentPartPr/>
              <p14:nvPr/>
            </p14:nvContentPartPr>
            <p14:xfrm>
              <a:off x="2595911" y="3860596"/>
              <a:ext cx="720" cy="474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3BAAE3-E21E-BB7F-68DA-8FD93DE6D7F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3671" y="3854476"/>
                <a:ext cx="2520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81C3BEB-5DE6-5B75-B122-D0BA3B4ECCFC}"/>
                  </a:ext>
                </a:extLst>
              </p14:cNvPr>
              <p14:cNvContentPartPr/>
              <p14:nvPr/>
            </p14:nvContentPartPr>
            <p14:xfrm>
              <a:off x="8150351" y="3849436"/>
              <a:ext cx="720" cy="508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81C3BEB-5DE6-5B75-B122-D0BA3B4ECC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38111" y="3843316"/>
                <a:ext cx="25200" cy="52056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D289019-E51F-1D87-8B1F-B96EC82352AB}"/>
              </a:ext>
            </a:extLst>
          </p:cNvPr>
          <p:cNvSpPr txBox="1"/>
          <p:nvPr/>
        </p:nvSpPr>
        <p:spPr>
          <a:xfrm>
            <a:off x="2029345" y="4444245"/>
            <a:ext cx="126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#1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E21C4C-B8DA-062D-9220-8ADF10227D5A}"/>
              </a:ext>
            </a:extLst>
          </p:cNvPr>
          <p:cNvSpPr txBox="1"/>
          <p:nvPr/>
        </p:nvSpPr>
        <p:spPr>
          <a:xfrm>
            <a:off x="7561726" y="4411654"/>
            <a:ext cx="118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#2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D69949-8CC6-1778-BB98-7B9BD5DAB501}"/>
              </a:ext>
            </a:extLst>
          </p:cNvPr>
          <p:cNvSpPr txBox="1"/>
          <p:nvPr/>
        </p:nvSpPr>
        <p:spPr>
          <a:xfrm>
            <a:off x="4887086" y="4909574"/>
            <a:ext cx="1095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B2FD34-7EFD-6A1F-3F8A-168215BD937E}"/>
              </a:ext>
            </a:extLst>
          </p:cNvPr>
          <p:cNvSpPr txBox="1"/>
          <p:nvPr/>
        </p:nvSpPr>
        <p:spPr>
          <a:xfrm>
            <a:off x="4695717" y="5649543"/>
            <a:ext cx="128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Microscope</a:t>
            </a:r>
          </a:p>
        </p:txBody>
      </p:sp>
    </p:spTree>
    <p:extLst>
      <p:ext uri="{BB962C8B-B14F-4D97-AF65-F5344CB8AC3E}">
        <p14:creationId xmlns:p14="http://schemas.microsoft.com/office/powerpoint/2010/main" val="25619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CD9C319-51C4-4B3F-AEB3-47BB3616F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E15A6-1EE0-F7CF-58E9-C3DEE16A22C8}"/>
              </a:ext>
            </a:extLst>
          </p:cNvPr>
          <p:cNvSpPr txBox="1"/>
          <p:nvPr/>
        </p:nvSpPr>
        <p:spPr>
          <a:xfrm>
            <a:off x="336296" y="-706154"/>
            <a:ext cx="3952071" cy="55303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Hardware Overview (Lab View)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554F6F-E43C-4DDF-2FF6-7BD02E8E7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196" t="14928" r="26196" b="-14928"/>
          <a:stretch>
            <a:fillRect/>
          </a:stretch>
        </p:blipFill>
        <p:spPr>
          <a:xfrm>
            <a:off x="2312331" y="457199"/>
            <a:ext cx="9144000" cy="685800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8C75AF-F1A7-9645-2632-7D70AA6406B7}"/>
              </a:ext>
            </a:extLst>
          </p:cNvPr>
          <p:cNvSpPr/>
          <p:nvPr/>
        </p:nvSpPr>
        <p:spPr>
          <a:xfrm>
            <a:off x="4572001" y="5686927"/>
            <a:ext cx="1411705" cy="713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Dedicated Laptop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4E41601-09BE-6576-875C-6D0DA6BAF50C}"/>
              </a:ext>
            </a:extLst>
          </p:cNvPr>
          <p:cNvGrpSpPr/>
          <p:nvPr/>
        </p:nvGrpSpPr>
        <p:grpSpPr>
          <a:xfrm>
            <a:off x="5211192" y="1424562"/>
            <a:ext cx="2255271" cy="2117296"/>
            <a:chOff x="5211192" y="1424562"/>
            <a:chExt cx="2255271" cy="211729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7288878-800F-C942-B2CE-41A0549ADA39}"/>
                </a:ext>
              </a:extLst>
            </p:cNvPr>
            <p:cNvSpPr/>
            <p:nvPr/>
          </p:nvSpPr>
          <p:spPr>
            <a:xfrm>
              <a:off x="5625339" y="1424562"/>
              <a:ext cx="975360" cy="5638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Motor #1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03B80DA-73A1-D2F2-9996-492E2628E1A9}"/>
                </a:ext>
              </a:extLst>
            </p:cNvPr>
            <p:cNvSpPr/>
            <p:nvPr/>
          </p:nvSpPr>
          <p:spPr>
            <a:xfrm>
              <a:off x="5289042" y="2163701"/>
              <a:ext cx="975360" cy="5638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Motor #2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9563DB-6192-19C0-2330-6D9983AE5CC2}"/>
                    </a:ext>
                  </a:extLst>
                </p14:cNvPr>
                <p14:cNvContentPartPr/>
                <p14:nvPr/>
              </p14:nvContentPartPr>
              <p14:xfrm>
                <a:off x="6586983" y="1846499"/>
                <a:ext cx="879480" cy="151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9563DB-6192-19C0-2330-6D9983AE5CC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80863" y="1840019"/>
                  <a:ext cx="891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5717719-604D-023B-0C02-03E6F07DEF57}"/>
                    </a:ext>
                  </a:extLst>
                </p14:cNvPr>
                <p14:cNvContentPartPr/>
                <p14:nvPr/>
              </p14:nvContentPartPr>
              <p14:xfrm>
                <a:off x="6276303" y="2520779"/>
                <a:ext cx="1172160" cy="9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5717719-604D-023B-0C02-03E6F07DEF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69823" y="2514659"/>
                  <a:ext cx="1184400" cy="21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F6A0E605-0026-676D-41F6-AE97949B06A5}"/>
                </a:ext>
              </a:extLst>
            </p:cNvPr>
            <p:cNvSpPr/>
            <p:nvPr/>
          </p:nvSpPr>
          <p:spPr>
            <a:xfrm>
              <a:off x="5211192" y="2977978"/>
              <a:ext cx="1065111" cy="5638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Camera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6617411-39D8-A68C-DAC3-E1719C1343E0}"/>
                    </a:ext>
                  </a:extLst>
                </p14:cNvPr>
                <p14:cNvContentPartPr/>
                <p14:nvPr/>
              </p14:nvContentPartPr>
              <p14:xfrm>
                <a:off x="6258663" y="3213493"/>
                <a:ext cx="541800" cy="6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6617411-39D8-A68C-DAC3-E1719C1343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52543" y="3207013"/>
                  <a:ext cx="55404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59F0745-A075-EF14-F912-072E06AFCD53}"/>
              </a:ext>
            </a:extLst>
          </p:cNvPr>
          <p:cNvGrpSpPr/>
          <p:nvPr/>
        </p:nvGrpSpPr>
        <p:grpSpPr>
          <a:xfrm>
            <a:off x="7448463" y="787367"/>
            <a:ext cx="3886498" cy="4719386"/>
            <a:chOff x="7448463" y="787367"/>
            <a:chExt cx="3886498" cy="4719386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0A399BE-FE3F-591A-50B7-0C0EA979132C}"/>
                </a:ext>
              </a:extLst>
            </p:cNvPr>
            <p:cNvSpPr/>
            <p:nvPr/>
          </p:nvSpPr>
          <p:spPr>
            <a:xfrm>
              <a:off x="10359601" y="787367"/>
              <a:ext cx="975360" cy="56388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Stage #1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17D1883A-2470-492D-2886-FD8D52D79606}"/>
                </a:ext>
              </a:extLst>
            </p:cNvPr>
            <p:cNvSpPr/>
            <p:nvPr/>
          </p:nvSpPr>
          <p:spPr>
            <a:xfrm>
              <a:off x="10359601" y="4942873"/>
              <a:ext cx="975360" cy="56388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Stage #1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F79F64-6FCD-A640-A2EA-7FBE5C41E33C}"/>
                    </a:ext>
                  </a:extLst>
                </p14:cNvPr>
                <p14:cNvContentPartPr/>
                <p14:nvPr/>
              </p14:nvContentPartPr>
              <p14:xfrm>
                <a:off x="10174440" y="1353642"/>
                <a:ext cx="242640" cy="39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F79F64-6FCD-A640-A2EA-7FBE5C41E3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68320" y="1347162"/>
                  <a:ext cx="254880" cy="4068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D1AA5BA-A8F3-249B-5904-EAC3C2066AB1}"/>
                </a:ext>
              </a:extLst>
            </p:cNvPr>
            <p:cNvSpPr/>
            <p:nvPr/>
          </p:nvSpPr>
          <p:spPr>
            <a:xfrm>
              <a:off x="7448463" y="3763982"/>
              <a:ext cx="1527599" cy="56388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Microscope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9B86FA5-3751-DB81-9E92-BD937513199B}"/>
                    </a:ext>
                  </a:extLst>
                </p14:cNvPr>
                <p14:cNvContentPartPr/>
                <p14:nvPr/>
              </p14:nvContentPartPr>
              <p14:xfrm>
                <a:off x="8561280" y="3343722"/>
                <a:ext cx="9360" cy="42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9B86FA5-3751-DB81-9E92-BD937513199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54800" y="3337242"/>
                  <a:ext cx="216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6DE77B7-68EF-F26B-40BF-C406126A7EAC}"/>
                    </a:ext>
                  </a:extLst>
                </p14:cNvPr>
                <p14:cNvContentPartPr/>
                <p14:nvPr/>
              </p14:nvContentPartPr>
              <p14:xfrm>
                <a:off x="10076160" y="4885602"/>
                <a:ext cx="314280" cy="9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6DE77B7-68EF-F26B-40BF-C406126A7E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70040" y="4879482"/>
                  <a:ext cx="326520" cy="11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892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07D3B1-C257-1F47-AAFD-35941F3B5726}"/>
              </a:ext>
            </a:extLst>
          </p:cNvPr>
          <p:cNvSpPr/>
          <p:nvPr/>
        </p:nvSpPr>
        <p:spPr>
          <a:xfrm>
            <a:off x="4484318" y="3122057"/>
            <a:ext cx="2630466" cy="3103378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Fetch()</a:t>
            </a:r>
          </a:p>
          <a:p>
            <a:pPr algn="ctr"/>
            <a:r>
              <a:rPr lang="en-US" dirty="0" err="1"/>
              <a:t>Src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GET</a:t>
            </a:r>
          </a:p>
          <a:p>
            <a:pPr algn="ctr"/>
            <a:r>
              <a:rPr lang="en-US" dirty="0"/>
              <a:t>POST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FC947-11E0-4343-FAFB-A920C443B59C}"/>
              </a:ext>
            </a:extLst>
          </p:cNvPr>
          <p:cNvSpPr txBox="1"/>
          <p:nvPr/>
        </p:nvSpPr>
        <p:spPr>
          <a:xfrm>
            <a:off x="428978" y="745066"/>
            <a:ext cx="7236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Logic Map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A30774-E039-96B6-2004-23BAFD2CC8CE}"/>
              </a:ext>
            </a:extLst>
          </p:cNvPr>
          <p:cNvGrpSpPr/>
          <p:nvPr/>
        </p:nvGrpSpPr>
        <p:grpSpPr>
          <a:xfrm>
            <a:off x="948073" y="1860369"/>
            <a:ext cx="2921876" cy="4483793"/>
            <a:chOff x="945931" y="2133638"/>
            <a:chExt cx="2921876" cy="448379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4258EF6-FFE1-CAA9-AAA0-33046C8D1FC6}"/>
                </a:ext>
              </a:extLst>
            </p:cNvPr>
            <p:cNvSpPr/>
            <p:nvPr/>
          </p:nvSpPr>
          <p:spPr>
            <a:xfrm>
              <a:off x="945931" y="2511973"/>
              <a:ext cx="2921876" cy="4105458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606E79-4E4F-A56C-445A-43A952D5ABAF}"/>
                </a:ext>
              </a:extLst>
            </p:cNvPr>
            <p:cNvSpPr txBox="1"/>
            <p:nvPr/>
          </p:nvSpPr>
          <p:spPr>
            <a:xfrm>
              <a:off x="1604968" y="2133638"/>
              <a:ext cx="22492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End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B99BF-9B7B-5387-8491-01F2AB0DC67C}"/>
              </a:ext>
            </a:extLst>
          </p:cNvPr>
          <p:cNvGrpSpPr/>
          <p:nvPr/>
        </p:nvGrpSpPr>
        <p:grpSpPr>
          <a:xfrm>
            <a:off x="7665156" y="1860369"/>
            <a:ext cx="2921876" cy="4483793"/>
            <a:chOff x="7665156" y="2133638"/>
            <a:chExt cx="2921876" cy="448379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223B54-CB63-B055-1A40-AFE16057071B}"/>
                </a:ext>
              </a:extLst>
            </p:cNvPr>
            <p:cNvSpPr/>
            <p:nvPr/>
          </p:nvSpPr>
          <p:spPr>
            <a:xfrm>
              <a:off x="7665156" y="2511973"/>
              <a:ext cx="2921876" cy="4105458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040CE3-F0BE-9130-C420-069694A96AEB}"/>
                </a:ext>
              </a:extLst>
            </p:cNvPr>
            <p:cNvSpPr txBox="1"/>
            <p:nvPr/>
          </p:nvSpPr>
          <p:spPr>
            <a:xfrm>
              <a:off x="8322052" y="2133638"/>
              <a:ext cx="16080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 End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7C739D-8488-6A1E-CD11-B9FB5FF73A67}"/>
                </a:ext>
              </a:extLst>
            </p:cNvPr>
            <p:cNvSpPr txBox="1"/>
            <p:nvPr/>
          </p:nvSpPr>
          <p:spPr>
            <a:xfrm>
              <a:off x="7705639" y="2564525"/>
              <a:ext cx="2840907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Includes:</a:t>
              </a:r>
            </a:p>
            <a:p>
              <a:pPr marL="285750" indent="-285750">
                <a:buFontTx/>
                <a:buChar char="-"/>
              </a:pP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Main.py</a:t>
              </a:r>
            </a:p>
            <a:p>
              <a:pPr marL="285750" indent="-285750">
                <a:buFontTx/>
                <a:buChar char="-"/>
              </a:pP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Motor_controller.py</a:t>
              </a:r>
            </a:p>
            <a:p>
              <a:pPr marL="285750" indent="-285750">
                <a:buFontTx/>
                <a:buChar char="-"/>
              </a:pP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Camera_controller.py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B268788-9B77-8950-632D-775FEC1798C8}"/>
              </a:ext>
            </a:extLst>
          </p:cNvPr>
          <p:cNvSpPr txBox="1"/>
          <p:nvPr/>
        </p:nvSpPr>
        <p:spPr>
          <a:xfrm>
            <a:off x="1072055" y="2427890"/>
            <a:ext cx="26696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Camera.hmtl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Motors.html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41BFC3-C034-2B33-775E-48086D0E27EB}"/>
              </a:ext>
            </a:extLst>
          </p:cNvPr>
          <p:cNvCxnSpPr/>
          <p:nvPr/>
        </p:nvCxnSpPr>
        <p:spPr>
          <a:xfrm flipH="1">
            <a:off x="3869949" y="3063240"/>
            <a:ext cx="37952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E391D95-9A0D-436E-7C3B-F1FDCD402AE3}"/>
              </a:ext>
            </a:extLst>
          </p:cNvPr>
          <p:cNvSpPr txBox="1"/>
          <p:nvPr/>
        </p:nvSpPr>
        <p:spPr>
          <a:xfrm>
            <a:off x="4824416" y="2752725"/>
            <a:ext cx="201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11C753-92D6-56F3-90E2-6BC997CD878B}"/>
              </a:ext>
            </a:extLst>
          </p:cNvPr>
          <p:cNvSpPr txBox="1"/>
          <p:nvPr/>
        </p:nvSpPr>
        <p:spPr>
          <a:xfrm>
            <a:off x="4870308" y="3122057"/>
            <a:ext cx="200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</a:p>
        </p:txBody>
      </p:sp>
    </p:spTree>
    <p:extLst>
      <p:ext uri="{BB962C8B-B14F-4D97-AF65-F5344CB8AC3E}">
        <p14:creationId xmlns:p14="http://schemas.microsoft.com/office/powerpoint/2010/main" val="2264186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441AF-6351-9F16-CB0F-6DACACB9636F}"/>
              </a:ext>
            </a:extLst>
          </p:cNvPr>
          <p:cNvSpPr txBox="1"/>
          <p:nvPr/>
        </p:nvSpPr>
        <p:spPr>
          <a:xfrm>
            <a:off x="381837" y="1006806"/>
            <a:ext cx="7154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69E97-708B-F8E8-2D49-D6D214B31F20}"/>
              </a:ext>
            </a:extLst>
          </p:cNvPr>
          <p:cNvSpPr txBox="1"/>
          <p:nvPr/>
        </p:nvSpPr>
        <p:spPr>
          <a:xfrm>
            <a:off x="381837" y="2334862"/>
            <a:ext cx="35723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(buttons, text boxes, etc.)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requests to package user actions and send to the backend 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Feedback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Receives JSON responses and live video frames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869BD1-F3E9-0E83-6982-781BC4BD3161}"/>
              </a:ext>
            </a:extLst>
          </p:cNvPr>
          <p:cNvSpPr/>
          <p:nvPr/>
        </p:nvSpPr>
        <p:spPr>
          <a:xfrm>
            <a:off x="5841242" y="1774210"/>
            <a:ext cx="6269242" cy="4988098"/>
          </a:xfrm>
          <a:prstGeom prst="roundRect">
            <a:avLst/>
          </a:prstGeom>
          <a:solidFill>
            <a:schemeClr val="accent1">
              <a:lumMod val="75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0C67C-4A42-157E-9BC3-F436D90C7631}"/>
              </a:ext>
            </a:extLst>
          </p:cNvPr>
          <p:cNvSpPr txBox="1"/>
          <p:nvPr/>
        </p:nvSpPr>
        <p:spPr>
          <a:xfrm>
            <a:off x="8136675" y="1872551"/>
            <a:ext cx="24098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C192F9-3EA2-FD06-17DE-AD50E31F3CFC}"/>
              </a:ext>
            </a:extLst>
          </p:cNvPr>
          <p:cNvSpPr/>
          <p:nvPr/>
        </p:nvSpPr>
        <p:spPr>
          <a:xfrm>
            <a:off x="6867525" y="2304439"/>
            <a:ext cx="1847850" cy="1104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Index.html</a:t>
            </a:r>
          </a:p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EE7722-FF64-EF8B-B70E-8FD49194F0B1}"/>
              </a:ext>
            </a:extLst>
          </p:cNvPr>
          <p:cNvSpPr/>
          <p:nvPr/>
        </p:nvSpPr>
        <p:spPr>
          <a:xfrm>
            <a:off x="6867525" y="4469073"/>
            <a:ext cx="1847850" cy="1104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Motors.html</a:t>
            </a:r>
          </a:p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DDD79A-F8F1-7CFA-6E29-8C1EBC260452}"/>
              </a:ext>
            </a:extLst>
          </p:cNvPr>
          <p:cNvSpPr/>
          <p:nvPr/>
        </p:nvSpPr>
        <p:spPr>
          <a:xfrm>
            <a:off x="9099830" y="3364173"/>
            <a:ext cx="1847850" cy="1104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Style.css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479397-FD7C-A1EB-ACE5-ADD4E1522F11}"/>
              </a:ext>
            </a:extLst>
          </p:cNvPr>
          <p:cNvSpPr/>
          <p:nvPr/>
        </p:nvSpPr>
        <p:spPr>
          <a:xfrm>
            <a:off x="9099830" y="5608428"/>
            <a:ext cx="1847850" cy="1104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Camera.html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353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1CFA1-BFC6-669E-5B1F-63313D809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808" y="1650554"/>
            <a:ext cx="5029344" cy="5068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3BA6C2-B4C7-24E3-EB4A-619552AC33F2}"/>
              </a:ext>
            </a:extLst>
          </p:cNvPr>
          <p:cNvSpPr txBox="1"/>
          <p:nvPr/>
        </p:nvSpPr>
        <p:spPr>
          <a:xfrm>
            <a:off x="346553" y="538619"/>
            <a:ext cx="5749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(index.html)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C5108B-8096-C379-AC56-0C8173EE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84" y="3752861"/>
            <a:ext cx="2278577" cy="3353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8C35486-F69A-906D-70A7-4041960D192D}"/>
              </a:ext>
            </a:extLst>
          </p:cNvPr>
          <p:cNvGrpSpPr/>
          <p:nvPr/>
        </p:nvGrpSpPr>
        <p:grpSpPr>
          <a:xfrm>
            <a:off x="79765" y="1749754"/>
            <a:ext cx="8190311" cy="2905803"/>
            <a:chOff x="79765" y="1749754"/>
            <a:chExt cx="8190311" cy="290580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D088FF-83E7-C027-9384-A0D9E7155CD9}"/>
                    </a:ext>
                  </a:extLst>
                </p14:cNvPr>
                <p14:cNvContentPartPr/>
                <p14:nvPr/>
              </p14:nvContentPartPr>
              <p14:xfrm>
                <a:off x="6900972" y="2275523"/>
                <a:ext cx="1369104" cy="2380034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D088FF-83E7-C027-9384-A0D9E7155C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94852" y="2269403"/>
                  <a:ext cx="1381344" cy="2392274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726DF6-A9F1-510D-8723-430E0295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765" y="1749754"/>
              <a:ext cx="6761789" cy="1715786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6092857-E974-6996-5AA8-0B6B477DE8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876" y="4128243"/>
            <a:ext cx="6368087" cy="11734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BB859C6-A02C-B120-A5EE-6B973EFEB347}"/>
                  </a:ext>
                </a:extLst>
              </p14:cNvPr>
              <p14:cNvContentPartPr/>
              <p14:nvPr/>
            </p14:nvContentPartPr>
            <p14:xfrm>
              <a:off x="6893696" y="2758440"/>
              <a:ext cx="1305368" cy="379924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BB859C6-A02C-B120-A5EE-6B973EFEB3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87576" y="2752318"/>
                <a:ext cx="1317608" cy="392168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A11107A0-CECD-817F-F518-83BDBC7C40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876" y="5341746"/>
            <a:ext cx="4694370" cy="14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9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0EAC7-813C-68A3-9D97-B40FB723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69728"/>
            <a:ext cx="6015987" cy="4187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9E99E7-483B-0F22-ED93-A180C8A28067}"/>
              </a:ext>
            </a:extLst>
          </p:cNvPr>
          <p:cNvSpPr txBox="1"/>
          <p:nvPr/>
        </p:nvSpPr>
        <p:spPr>
          <a:xfrm>
            <a:off x="235528" y="973664"/>
            <a:ext cx="8132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Motor Control Page (motors.html)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872ED7-34CB-7381-AA8A-BE877D8BC852}"/>
              </a:ext>
            </a:extLst>
          </p:cNvPr>
          <p:cNvGrpSpPr/>
          <p:nvPr/>
        </p:nvGrpSpPr>
        <p:grpSpPr>
          <a:xfrm>
            <a:off x="195452" y="2078782"/>
            <a:ext cx="9407295" cy="2899383"/>
            <a:chOff x="265066" y="2369728"/>
            <a:chExt cx="9407295" cy="289938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0398F0-5670-430B-90DC-5032666A2418}"/>
                    </a:ext>
                  </a:extLst>
                </p14:cNvPr>
                <p14:cNvContentPartPr/>
                <p14:nvPr/>
              </p14:nvContentPartPr>
              <p14:xfrm>
                <a:off x="5980561" y="4606351"/>
                <a:ext cx="3691800" cy="662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0398F0-5670-430B-90DC-5032666A24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74441" y="4600231"/>
                  <a:ext cx="3704040" cy="67500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9175609-8678-0046-AE35-E22F39191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5066" y="2369728"/>
              <a:ext cx="5715495" cy="105927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E1524BC-E24C-7908-3CAD-55F90F1B5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452" y="4347011"/>
            <a:ext cx="5700254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6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809D22-2672-D519-C3D4-FF01F10F2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00" y="1801092"/>
            <a:ext cx="5561600" cy="4876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80CC54-C67C-A2AD-4375-78FF72279A35}"/>
              </a:ext>
            </a:extLst>
          </p:cNvPr>
          <p:cNvSpPr txBox="1"/>
          <p:nvPr/>
        </p:nvSpPr>
        <p:spPr>
          <a:xfrm>
            <a:off x="0" y="900546"/>
            <a:ext cx="8368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Camera Control Page (camera.html)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F2DFFC-3F27-1F07-9FA8-D82FAB1CEDDD}"/>
              </a:ext>
            </a:extLst>
          </p:cNvPr>
          <p:cNvGrpSpPr/>
          <p:nvPr/>
        </p:nvGrpSpPr>
        <p:grpSpPr>
          <a:xfrm>
            <a:off x="155200" y="1801092"/>
            <a:ext cx="11675157" cy="2454386"/>
            <a:chOff x="155200" y="1801092"/>
            <a:chExt cx="11675157" cy="24543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2F73C8-E1A6-8292-AA5E-8F7E6BA47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200" y="1801092"/>
              <a:ext cx="6238852" cy="1740412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5BC3C3-5352-AA5D-5B60-8EDAD346801E}"/>
                    </a:ext>
                  </a:extLst>
                </p14:cNvPr>
                <p14:cNvContentPartPr/>
                <p14:nvPr/>
              </p14:nvContentPartPr>
              <p14:xfrm>
                <a:off x="2574148" y="2070822"/>
                <a:ext cx="398160" cy="418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5BC3C3-5352-AA5D-5B60-8EDAD34680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8028" y="2064702"/>
                  <a:ext cx="4104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AE955A-BEBE-95FF-F41D-E3248BCE4A31}"/>
                    </a:ext>
                  </a:extLst>
                </p14:cNvPr>
                <p14:cNvContentPartPr/>
                <p14:nvPr/>
              </p14:nvContentPartPr>
              <p14:xfrm>
                <a:off x="8475785" y="2282862"/>
                <a:ext cx="3354572" cy="1972616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AE955A-BEBE-95FF-F41D-E3248BCE4A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69665" y="2276383"/>
                  <a:ext cx="3366812" cy="19848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58F507-6BF3-FB4D-12B6-9AD12342C16F}"/>
              </a:ext>
            </a:extLst>
          </p:cNvPr>
          <p:cNvGrpSpPr/>
          <p:nvPr/>
        </p:nvGrpSpPr>
        <p:grpSpPr>
          <a:xfrm>
            <a:off x="172646" y="4092224"/>
            <a:ext cx="7894145" cy="2585668"/>
            <a:chOff x="172646" y="4092224"/>
            <a:chExt cx="7894145" cy="258566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87D596-4E27-6E7C-799A-0874FB88BCFB}"/>
                    </a:ext>
                  </a:extLst>
                </p14:cNvPr>
                <p14:cNvContentPartPr/>
                <p14:nvPr/>
              </p14:nvContentPartPr>
              <p14:xfrm>
                <a:off x="6619951" y="4092224"/>
                <a:ext cx="1446840" cy="2496466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87D596-4E27-6E7C-799A-0874FB88BC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13831" y="4085741"/>
                  <a:ext cx="1459080" cy="2508712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D12FD74-EEF1-66B6-B985-AC8AEA7ED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2646" y="4231652"/>
              <a:ext cx="6221405" cy="2446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71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BC41B7-E471-3D49-1B95-4CDECE88B0D9}"/>
              </a:ext>
            </a:extLst>
          </p:cNvPr>
          <p:cNvSpPr/>
          <p:nvPr/>
        </p:nvSpPr>
        <p:spPr>
          <a:xfrm>
            <a:off x="5841242" y="1774210"/>
            <a:ext cx="6269242" cy="4988098"/>
          </a:xfrm>
          <a:prstGeom prst="roundRect">
            <a:avLst/>
          </a:prstGeom>
          <a:solidFill>
            <a:schemeClr val="accent2">
              <a:lumMod val="5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ADB4E-62E5-F406-992C-5F0117537830}"/>
              </a:ext>
            </a:extLst>
          </p:cNvPr>
          <p:cNvSpPr txBox="1"/>
          <p:nvPr/>
        </p:nvSpPr>
        <p:spPr>
          <a:xfrm>
            <a:off x="8136675" y="1872551"/>
            <a:ext cx="24098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32914E-9161-F809-7BEF-C041761A51D2}"/>
              </a:ext>
            </a:extLst>
          </p:cNvPr>
          <p:cNvSpPr/>
          <p:nvPr/>
        </p:nvSpPr>
        <p:spPr>
          <a:xfrm>
            <a:off x="7653128" y="2447946"/>
            <a:ext cx="2763079" cy="11049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Main.py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C6C1F-02FE-4460-6181-97C3BB14BD42}"/>
              </a:ext>
            </a:extLst>
          </p:cNvPr>
          <p:cNvSpPr/>
          <p:nvPr/>
        </p:nvSpPr>
        <p:spPr>
          <a:xfrm>
            <a:off x="6096000" y="4842595"/>
            <a:ext cx="2763079" cy="11049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Motor_controller.py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4E1B59-ED8D-1C3D-B401-D05F833B78C6}"/>
              </a:ext>
            </a:extLst>
          </p:cNvPr>
          <p:cNvSpPr/>
          <p:nvPr/>
        </p:nvSpPr>
        <p:spPr>
          <a:xfrm>
            <a:off x="9341587" y="4842595"/>
            <a:ext cx="2763079" cy="11049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Camera_controller.py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CD718-E5A4-E446-85A7-1A39A51981B1}"/>
              </a:ext>
            </a:extLst>
          </p:cNvPr>
          <p:cNvSpPr txBox="1"/>
          <p:nvPr/>
        </p:nvSpPr>
        <p:spPr>
          <a:xfrm>
            <a:off x="266352" y="921652"/>
            <a:ext cx="5574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EFCE3-1664-D6B4-8CBE-8DE1BF586282}"/>
              </a:ext>
            </a:extLst>
          </p:cNvPr>
          <p:cNvSpPr txBox="1"/>
          <p:nvPr/>
        </p:nvSpPr>
        <p:spPr>
          <a:xfrm>
            <a:off x="437322" y="2349605"/>
            <a:ext cx="370964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server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Launches the web program  and holds functions.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Control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Translates API commands into routines and configurations.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Endpoints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Hosts API routes(GET,POST…) that act destinations for front end commands.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A296B70-D61A-9A35-5DD1-9241B21742D1}"/>
                  </a:ext>
                </a:extLst>
              </p14:cNvPr>
              <p14:cNvContentPartPr/>
              <p14:nvPr/>
            </p14:nvContentPartPr>
            <p14:xfrm>
              <a:off x="8466056" y="3539160"/>
              <a:ext cx="537840" cy="1312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A296B70-D61A-9A35-5DD1-9241B21742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59936" y="3533040"/>
                <a:ext cx="550080" cy="13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6570B52-67FC-6F0E-6631-934B83F77860}"/>
                  </a:ext>
                </a:extLst>
              </p14:cNvPr>
              <p14:cNvContentPartPr/>
              <p14:nvPr/>
            </p14:nvContentPartPr>
            <p14:xfrm>
              <a:off x="9035936" y="3560400"/>
              <a:ext cx="635400" cy="1248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6570B52-67FC-6F0E-6631-934B83F778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29816" y="3554280"/>
                <a:ext cx="647640" cy="12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2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02982-6E91-69C3-F67F-370F4547CF97}"/>
              </a:ext>
            </a:extLst>
          </p:cNvPr>
          <p:cNvSpPr txBox="1"/>
          <p:nvPr/>
        </p:nvSpPr>
        <p:spPr>
          <a:xfrm>
            <a:off x="309465" y="888827"/>
            <a:ext cx="447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(main.py)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F72D6-9340-8332-571E-EC9FB4E65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117" y="2127380"/>
            <a:ext cx="4961766" cy="2756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61183B-7489-0115-6423-B845C3E38CC1}"/>
              </a:ext>
            </a:extLst>
          </p:cNvPr>
          <p:cNvSpPr txBox="1"/>
          <p:nvPr/>
        </p:nvSpPr>
        <p:spPr>
          <a:xfrm>
            <a:off x="491319" y="2224585"/>
            <a:ext cx="2442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Server: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CE47BE-F1AE-7A47-4E72-2082162E5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117" y="5247618"/>
            <a:ext cx="6200705" cy="117823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239AA1C-DAEB-636B-3AC4-04D412EA51A0}"/>
              </a:ext>
            </a:extLst>
          </p:cNvPr>
          <p:cNvGrpSpPr/>
          <p:nvPr/>
        </p:nvGrpSpPr>
        <p:grpSpPr>
          <a:xfrm>
            <a:off x="400831" y="2755561"/>
            <a:ext cx="10363620" cy="2215409"/>
            <a:chOff x="400831" y="2755561"/>
            <a:chExt cx="10363620" cy="221540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FBBEB5-29D6-57B9-FC43-BFD3F70D9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15117" y="2755561"/>
              <a:ext cx="7149334" cy="186586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AD2632-9E77-65D6-905D-D52499BD58EE}"/>
                </a:ext>
              </a:extLst>
            </p:cNvPr>
            <p:cNvSpPr txBox="1"/>
            <p:nvPr/>
          </p:nvSpPr>
          <p:spPr>
            <a:xfrm>
              <a:off x="400831" y="4540083"/>
              <a:ext cx="27306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Declares Functions: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75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8BD849-52C7-79CB-DBBE-E4604FF770B7}"/>
              </a:ext>
            </a:extLst>
          </p:cNvPr>
          <p:cNvSpPr txBox="1"/>
          <p:nvPr/>
        </p:nvSpPr>
        <p:spPr>
          <a:xfrm>
            <a:off x="175364" y="912085"/>
            <a:ext cx="6663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(motor_controller.py)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2ADB5C-43B3-15B6-4AFD-7C9958849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427" y="2129052"/>
            <a:ext cx="4991082" cy="263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7B9533-FBB0-8E13-D778-CF8433BF5CC9}"/>
              </a:ext>
            </a:extLst>
          </p:cNvPr>
          <p:cNvSpPr txBox="1"/>
          <p:nvPr/>
        </p:nvSpPr>
        <p:spPr>
          <a:xfrm>
            <a:off x="316690" y="2007750"/>
            <a:ext cx="414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driver: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(library to interface with motors)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82133-037C-F836-5FB0-C28B62D57226}"/>
              </a:ext>
            </a:extLst>
          </p:cNvPr>
          <p:cNvGrpSpPr/>
          <p:nvPr/>
        </p:nvGrpSpPr>
        <p:grpSpPr>
          <a:xfrm>
            <a:off x="316690" y="2775383"/>
            <a:ext cx="11694321" cy="2798103"/>
            <a:chOff x="316690" y="2775383"/>
            <a:chExt cx="11694321" cy="27981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0E75B4-EF5B-1D66-D4CD-11CDFB2A1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226" y="2775383"/>
              <a:ext cx="9838785" cy="279810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45869B-400E-DD87-4452-1857FBBE440B}"/>
                </a:ext>
              </a:extLst>
            </p:cNvPr>
            <p:cNvSpPr txBox="1"/>
            <p:nvPr/>
          </p:nvSpPr>
          <p:spPr>
            <a:xfrm>
              <a:off x="316690" y="3160103"/>
              <a:ext cx="18723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Communicate to hardware: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635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EBD98-0E38-F841-484F-55752474697C}"/>
              </a:ext>
            </a:extLst>
          </p:cNvPr>
          <p:cNvSpPr txBox="1"/>
          <p:nvPr/>
        </p:nvSpPr>
        <p:spPr>
          <a:xfrm>
            <a:off x="162839" y="914400"/>
            <a:ext cx="6162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(camera_controller.py)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F3206-9A31-E4EC-7EB3-F8267F3C4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983" y="2121923"/>
            <a:ext cx="6828112" cy="285012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49E2D-44A1-83F2-4171-B01BB9A9F613}"/>
              </a:ext>
            </a:extLst>
          </p:cNvPr>
          <p:cNvGrpSpPr/>
          <p:nvPr/>
        </p:nvGrpSpPr>
        <p:grpSpPr>
          <a:xfrm>
            <a:off x="495905" y="2306589"/>
            <a:ext cx="7423907" cy="430887"/>
            <a:chOff x="495905" y="2306589"/>
            <a:chExt cx="7423907" cy="4308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2907F4-7FFA-FEF0-3A3F-6457624B4E30}"/>
                </a:ext>
              </a:extLst>
            </p:cNvPr>
            <p:cNvSpPr txBox="1"/>
            <p:nvPr/>
          </p:nvSpPr>
          <p:spPr>
            <a:xfrm>
              <a:off x="495905" y="2306589"/>
              <a:ext cx="30824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SDK</a:t>
              </a:r>
              <a:r>
                <a:rPr lang="en-US" sz="2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B19C35-CC88-99D6-A882-71866A00D4D4}"/>
                    </a:ext>
                  </a:extLst>
                </p14:cNvPr>
                <p14:cNvContentPartPr/>
                <p14:nvPr/>
              </p14:nvContentPartPr>
              <p14:xfrm>
                <a:off x="5152492" y="2336851"/>
                <a:ext cx="2767320" cy="195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B19C35-CC88-99D6-A882-71866A00D4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46372" y="2330731"/>
                  <a:ext cx="2779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3AC409-04B0-6C6F-5BA8-F3B21754E856}"/>
                    </a:ext>
                  </a:extLst>
                </p14:cNvPr>
                <p14:cNvContentPartPr/>
                <p14:nvPr/>
              </p14:nvContentPartPr>
              <p14:xfrm>
                <a:off x="1277140" y="2531971"/>
                <a:ext cx="4189320" cy="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3AC409-04B0-6C6F-5BA8-F3B21754E8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1020" y="2519731"/>
                  <a:ext cx="42015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B8877BD-4C7D-8A1D-8D7E-96C9F0E70AC2}"/>
              </a:ext>
            </a:extLst>
          </p:cNvPr>
          <p:cNvGrpSpPr/>
          <p:nvPr/>
        </p:nvGrpSpPr>
        <p:grpSpPr>
          <a:xfrm>
            <a:off x="575733" y="3282417"/>
            <a:ext cx="8308680" cy="769441"/>
            <a:chOff x="575733" y="3282417"/>
            <a:chExt cx="8308680" cy="76944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799CF1-C6EA-9AA1-4DEC-E9CF3A66D6CD}"/>
                    </a:ext>
                  </a:extLst>
                </p14:cNvPr>
                <p14:cNvContentPartPr/>
                <p14:nvPr/>
              </p14:nvContentPartPr>
              <p14:xfrm>
                <a:off x="5282973" y="3409018"/>
                <a:ext cx="3601440" cy="1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799CF1-C6EA-9AA1-4DEC-E9CF3A66D6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76853" y="3402898"/>
                  <a:ext cx="3613680" cy="237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27BEA8-9F17-1468-28C0-19B0F1F93E19}"/>
                </a:ext>
              </a:extLst>
            </p:cNvPr>
            <p:cNvSpPr txBox="1"/>
            <p:nvPr/>
          </p:nvSpPr>
          <p:spPr>
            <a:xfrm>
              <a:off x="575733" y="3282417"/>
              <a:ext cx="321733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 image from camera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4D564C-7A12-3EF0-1653-3A3535653F6F}"/>
                    </a:ext>
                  </a:extLst>
                </p14:cNvPr>
                <p14:cNvContentPartPr/>
                <p14:nvPr/>
              </p14:nvContentPartPr>
              <p14:xfrm>
                <a:off x="3092733" y="3420178"/>
                <a:ext cx="2224440" cy="20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4D564C-7A12-3EF0-1653-3A3535653F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6613" y="3414058"/>
                  <a:ext cx="2236680" cy="21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314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3AA56E-2EFF-4A25-B896-C8A131912B16}"/>
              </a:ext>
            </a:extLst>
          </p:cNvPr>
          <p:cNvSpPr txBox="1"/>
          <p:nvPr/>
        </p:nvSpPr>
        <p:spPr>
          <a:xfrm>
            <a:off x="101600" y="958431"/>
            <a:ext cx="7811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to Back End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7496E9-EC34-ED08-37D2-77A8A2E8D998}"/>
              </a:ext>
            </a:extLst>
          </p:cNvPr>
          <p:cNvGrpSpPr/>
          <p:nvPr/>
        </p:nvGrpSpPr>
        <p:grpSpPr>
          <a:xfrm>
            <a:off x="564444" y="2280356"/>
            <a:ext cx="3330223" cy="3962400"/>
            <a:chOff x="564444" y="2280356"/>
            <a:chExt cx="3330223" cy="39624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1FFAA71-E5DD-A0F3-3036-EAA7D907CD74}"/>
                </a:ext>
              </a:extLst>
            </p:cNvPr>
            <p:cNvSpPr/>
            <p:nvPr/>
          </p:nvSpPr>
          <p:spPr>
            <a:xfrm>
              <a:off x="564444" y="2280356"/>
              <a:ext cx="3330223" cy="3962400"/>
            </a:xfrm>
            <a:prstGeom prst="roundRect">
              <a:avLst/>
            </a:prstGeom>
            <a:solidFill>
              <a:schemeClr val="accent1">
                <a:alpha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8E5F09-4875-65CE-49FB-8CA6D975099C}"/>
                </a:ext>
              </a:extLst>
            </p:cNvPr>
            <p:cNvSpPr txBox="1"/>
            <p:nvPr/>
          </p:nvSpPr>
          <p:spPr>
            <a:xfrm>
              <a:off x="1444978" y="2327421"/>
              <a:ext cx="22126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End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6323036-F5B1-99E6-1FCA-09F2D6E903FF}"/>
                </a:ext>
              </a:extLst>
            </p:cNvPr>
            <p:cNvSpPr/>
            <p:nvPr/>
          </p:nvSpPr>
          <p:spPr>
            <a:xfrm>
              <a:off x="1885244" y="3601156"/>
              <a:ext cx="1693334" cy="68862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Button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0325938-DE2A-A077-8943-5C3EB703EA0E}"/>
                </a:ext>
              </a:extLst>
            </p:cNvPr>
            <p:cNvSpPr/>
            <p:nvPr/>
          </p:nvSpPr>
          <p:spPr>
            <a:xfrm>
              <a:off x="1885244" y="4653845"/>
              <a:ext cx="1693334" cy="68862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 Video Feed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F865B4-32E8-6E5D-E7DB-B0770E1F10A0}"/>
              </a:ext>
            </a:extLst>
          </p:cNvPr>
          <p:cNvGrpSpPr/>
          <p:nvPr/>
        </p:nvGrpSpPr>
        <p:grpSpPr>
          <a:xfrm>
            <a:off x="7636933" y="2327421"/>
            <a:ext cx="3330223" cy="3962400"/>
            <a:chOff x="564444" y="2280356"/>
            <a:chExt cx="3330223" cy="39624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2421981-80A1-E72D-BFB7-824F4DEC1E8C}"/>
                </a:ext>
              </a:extLst>
            </p:cNvPr>
            <p:cNvSpPr/>
            <p:nvPr/>
          </p:nvSpPr>
          <p:spPr>
            <a:xfrm>
              <a:off x="564444" y="2280356"/>
              <a:ext cx="3330223" cy="3962400"/>
            </a:xfrm>
            <a:prstGeom prst="roundRect">
              <a:avLst/>
            </a:prstGeom>
            <a:solidFill>
              <a:schemeClr val="accent2">
                <a:lumMod val="50000"/>
                <a:alpha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0373AA-D35B-8D0C-464E-02D1322410A0}"/>
                </a:ext>
              </a:extLst>
            </p:cNvPr>
            <p:cNvSpPr txBox="1"/>
            <p:nvPr/>
          </p:nvSpPr>
          <p:spPr>
            <a:xfrm>
              <a:off x="1444978" y="2327421"/>
              <a:ext cx="22126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 End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A3E10CF-065B-2ED9-F1E7-80396D96CBF4}"/>
                </a:ext>
              </a:extLst>
            </p:cNvPr>
            <p:cNvSpPr/>
            <p:nvPr/>
          </p:nvSpPr>
          <p:spPr>
            <a:xfrm>
              <a:off x="857955" y="3572934"/>
              <a:ext cx="1693334" cy="68862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Function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A38A090-CB24-CA0C-BA9C-47A477EC3251}"/>
                </a:ext>
              </a:extLst>
            </p:cNvPr>
            <p:cNvSpPr/>
            <p:nvPr/>
          </p:nvSpPr>
          <p:spPr>
            <a:xfrm>
              <a:off x="795866" y="4606780"/>
              <a:ext cx="1693334" cy="68862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Video Feed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D88ED0D-4A1A-1BD7-7E2D-30246983CAA3}"/>
                  </a:ext>
                </a:extLst>
              </p14:cNvPr>
              <p14:cNvContentPartPr/>
              <p14:nvPr/>
            </p14:nvContentPartPr>
            <p14:xfrm>
              <a:off x="3623293" y="3882916"/>
              <a:ext cx="4290120" cy="56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D88ED0D-4A1A-1BD7-7E2D-30246983CA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7173" y="3876796"/>
                <a:ext cx="43023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A53DB09-DBC2-C071-F5F5-620533B63BA0}"/>
                  </a:ext>
                </a:extLst>
              </p14:cNvPr>
              <p14:cNvContentPartPr/>
              <p14:nvPr/>
            </p14:nvContentPartPr>
            <p14:xfrm>
              <a:off x="3578293" y="5011876"/>
              <a:ext cx="430236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A53DB09-DBC2-C071-F5F5-620533B63B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1813" y="4999636"/>
                <a:ext cx="4314600" cy="252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2EB28CA-A432-E81B-1BF9-383A0B3B35CD}"/>
              </a:ext>
            </a:extLst>
          </p:cNvPr>
          <p:cNvSpPr/>
          <p:nvPr/>
        </p:nvSpPr>
        <p:spPr>
          <a:xfrm>
            <a:off x="3810000" y="5152608"/>
            <a:ext cx="1241778" cy="498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SRC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FC2DA39-2A85-FFBB-6165-F6A583605752}"/>
              </a:ext>
            </a:extLst>
          </p:cNvPr>
          <p:cNvSpPr/>
          <p:nvPr/>
        </p:nvSpPr>
        <p:spPr>
          <a:xfrm>
            <a:off x="3787422" y="3335364"/>
            <a:ext cx="1241778" cy="4986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Fetch()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9618862-14EA-7B0B-FF91-D7B7E8EEE9F9}"/>
              </a:ext>
            </a:extLst>
          </p:cNvPr>
          <p:cNvSpPr/>
          <p:nvPr/>
        </p:nvSpPr>
        <p:spPr>
          <a:xfrm>
            <a:off x="6395155" y="4261556"/>
            <a:ext cx="1241778" cy="4986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10BED7-45F2-1FB2-4EAC-72E56BDD4628}"/>
              </a:ext>
            </a:extLst>
          </p:cNvPr>
          <p:cNvSpPr/>
          <p:nvPr/>
        </p:nvSpPr>
        <p:spPr>
          <a:xfrm>
            <a:off x="6479822" y="3370699"/>
            <a:ext cx="1241778" cy="4986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</a:t>
            </a:r>
          </a:p>
        </p:txBody>
      </p:sp>
    </p:spTree>
    <p:extLst>
      <p:ext uri="{BB962C8B-B14F-4D97-AF65-F5344CB8AC3E}">
        <p14:creationId xmlns:p14="http://schemas.microsoft.com/office/powerpoint/2010/main" val="158397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3A803BC-CCFD-4E21-9419-D468B405FF15}" vid="{836D8665-B83E-4A1D-98CA-33D4374000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MTSU PP 2020 SqRect Color Blocks</Template>
  <TotalTime>5462</TotalTime>
  <Words>351</Words>
  <Application>Microsoft Office PowerPoint</Application>
  <PresentationFormat>Widescreen</PresentationFormat>
  <Paragraphs>117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Middle Tennessee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Darrell Callis Burks</dc:creator>
  <cp:lastModifiedBy>Jacob Juca</cp:lastModifiedBy>
  <cp:revision>7</cp:revision>
  <dcterms:created xsi:type="dcterms:W3CDTF">2025-12-10T17:04:30Z</dcterms:created>
  <dcterms:modified xsi:type="dcterms:W3CDTF">2026-09-28T20:02:58Z</dcterms:modified>
</cp:coreProperties>
</file>